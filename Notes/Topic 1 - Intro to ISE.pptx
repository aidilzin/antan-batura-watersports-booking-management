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51" r:id="rId5"/>
  </p:sldMasterIdLst>
  <p:notesMasterIdLst>
    <p:notesMasterId r:id="rId4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2192000" cy="6858000"/>
  <p:notesSz cx="6858000" cy="9144000"/>
  <p:embeddedFontLst>
    <p:embeddedFont>
      <p:font typeface="Arial Narrow" panose="020B0604020202020204" charset="0"/>
      <p:regular r:id="rId42"/>
      <p:bold r:id="rId43"/>
      <p:italic r:id="rId44"/>
      <p:boldItalic r:id="rId45"/>
    </p:embeddedFont>
    <p:embeddedFont>
      <p:font typeface="Geo" panose="020B0604020202020204"/>
      <p:regular r:id="rId46"/>
      <p: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jDjzWxUaBeaw6X+KpvJfmfF6g32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1B2E24-BEE2-958E-B025-F01C63B3734E}" v="11" dt="2026-04-09T00:10:13.980"/>
  </p1510:revLst>
</p1510:revInfo>
</file>

<file path=ppt/tableStyles.xml><?xml version="1.0" encoding="utf-8"?>
<a:tblStyleLst xmlns:a="http://schemas.openxmlformats.org/drawingml/2006/main" def="{40FD335F-5F4C-480F-94A4-4DFC7545B581}">
  <a:tblStyle styleId="{40FD335F-5F4C-480F-94A4-4DFC7545B581}" styleName="Table_0">
    <a:wholeTbl>
      <a:tcTxStyle b="off" i="off">
        <a:font>
          <a:latin typeface="Speak Pro"/>
          <a:ea typeface="Speak Pro"/>
          <a:cs typeface="Speak Pro"/>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font" Target="fonts/font4.fntdata"/><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3.fntdata"/><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2.fntdata"/><Relationship Id="rId48" Type="http://customschemas.google.com/relationships/presentationmetadata" Target="metadata"/><Relationship Id="rId8" Type="http://schemas.openxmlformats.org/officeDocument/2006/relationships/slide" Target="slides/slide3.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5.fntdata"/><Relationship Id="rId20" Type="http://schemas.openxmlformats.org/officeDocument/2006/relationships/slide" Target="slides/slide15.xml"/><Relationship Id="rId41" Type="http://schemas.openxmlformats.org/officeDocument/2006/relationships/notesMaster" Target="notesMasters/notesMaster1.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DHRATUNNAIM BINTI NASARUDIN‎" userId="S::nadhratunnaim@staf.uitm.edu.my::dba46732-962e-4cbb-b065-47382feaf227" providerId="AD" clId="Web-{9A1B2E24-BEE2-958E-B025-F01C63B3734E}"/>
    <pc:docChg chg="modSld">
      <pc:chgData name="NADHRATUNNAIM BINTI NASARUDIN‎" userId="S::nadhratunnaim@staf.uitm.edu.my::dba46732-962e-4cbb-b065-47382feaf227" providerId="AD" clId="Web-{9A1B2E24-BEE2-958E-B025-F01C63B3734E}" dt="2026-04-09T00:10:13.980" v="10" actId="20577"/>
      <pc:docMkLst>
        <pc:docMk/>
      </pc:docMkLst>
      <pc:sldChg chg="modSp">
        <pc:chgData name="NADHRATUNNAIM BINTI NASARUDIN‎" userId="S::nadhratunnaim@staf.uitm.edu.my::dba46732-962e-4cbb-b065-47382feaf227" providerId="AD" clId="Web-{9A1B2E24-BEE2-958E-B025-F01C63B3734E}" dt="2026-04-09T00:10:13.980" v="10" actId="20577"/>
        <pc:sldMkLst>
          <pc:docMk/>
          <pc:sldMk cId="0" sldId="256"/>
        </pc:sldMkLst>
        <pc:spChg chg="mod">
          <ac:chgData name="NADHRATUNNAIM BINTI NASARUDIN‎" userId="S::nadhratunnaim@staf.uitm.edu.my::dba46732-962e-4cbb-b065-47382feaf227" providerId="AD" clId="Web-{9A1B2E24-BEE2-958E-B025-F01C63B3734E}" dt="2026-04-09T00:10:13.980" v="10" actId="20577"/>
          <ac:spMkLst>
            <pc:docMk/>
            <pc:sldMk cId="0" sldId="256"/>
            <ac:spMk id="13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39"/>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9"/>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262626"/>
              </a:buClr>
              <a:buSzPts val="8000"/>
              <a:buFont typeface="Geo"/>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9"/>
          <p:cNvSpPr txBox="1">
            <a:spLocks noGrp="1"/>
          </p:cNvSpPr>
          <p:nvPr>
            <p:ph type="subTitle" idx="1"/>
          </p:nvPr>
        </p:nvSpPr>
        <p:spPr>
          <a:xfrm>
            <a:off x="1100051" y="4645152"/>
            <a:ext cx="10058400" cy="1143000"/>
          </a:xfrm>
          <a:prstGeom prst="rect">
            <a:avLst/>
          </a:prstGeom>
          <a:noFill/>
          <a:ln>
            <a:noFill/>
          </a:ln>
        </p:spPr>
        <p:txBody>
          <a:bodyPr spcFirstLastPara="1" wrap="square" lIns="91425" tIns="45700" rIns="91425" bIns="45700" anchor="t" anchorCtr="0">
            <a:normAutofit/>
          </a:bodyPr>
          <a:lstStyle>
            <a:lvl1pPr lvl="0" algn="l">
              <a:lnSpc>
                <a:spcPct val="110000"/>
              </a:lnSpc>
              <a:spcBef>
                <a:spcPts val="1200"/>
              </a:spcBef>
              <a:spcAft>
                <a:spcPts val="0"/>
              </a:spcAft>
              <a:buSzPts val="2400"/>
              <a:buNone/>
              <a:defRPr sz="2400" cap="none">
                <a:solidFill>
                  <a:schemeClr val="dk1"/>
                </a:solidFill>
                <a:latin typeface="Arial"/>
                <a:ea typeface="Arial"/>
                <a:cs typeface="Arial"/>
                <a:sym typeface="Arial"/>
              </a:defRPr>
            </a:lvl1pPr>
            <a:lvl2pPr lvl="1" algn="ctr">
              <a:lnSpc>
                <a:spcPct val="100000"/>
              </a:lnSpc>
              <a:spcBef>
                <a:spcPts val="200"/>
              </a:spcBef>
              <a:spcAft>
                <a:spcPts val="0"/>
              </a:spcAft>
              <a:buClr>
                <a:srgbClr val="3F3F3F"/>
              </a:buClr>
              <a:buSzPts val="2400"/>
              <a:buNone/>
              <a:defRPr sz="2400"/>
            </a:lvl2pPr>
            <a:lvl3pPr lvl="2" algn="ctr">
              <a:lnSpc>
                <a:spcPct val="100000"/>
              </a:lnSpc>
              <a:spcBef>
                <a:spcPts val="400"/>
              </a:spcBef>
              <a:spcAft>
                <a:spcPts val="0"/>
              </a:spcAft>
              <a:buClr>
                <a:srgbClr val="3F3F3F"/>
              </a:buClr>
              <a:buSzPts val="2400"/>
              <a:buNone/>
              <a:defRPr sz="2400"/>
            </a:lvl3pPr>
            <a:lvl4pPr lvl="3" algn="ctr">
              <a:lnSpc>
                <a:spcPct val="100000"/>
              </a:lnSpc>
              <a:spcBef>
                <a:spcPts val="400"/>
              </a:spcBef>
              <a:spcAft>
                <a:spcPts val="0"/>
              </a:spcAft>
              <a:buClr>
                <a:srgbClr val="3F3F3F"/>
              </a:buClr>
              <a:buSzPts val="2000"/>
              <a:buNone/>
              <a:defRPr sz="2000"/>
            </a:lvl4pPr>
            <a:lvl5pPr lvl="4" algn="ctr">
              <a:lnSpc>
                <a:spcPct val="100000"/>
              </a:lnSpc>
              <a:spcBef>
                <a:spcPts val="400"/>
              </a:spcBef>
              <a:spcAft>
                <a:spcPts val="0"/>
              </a:spcAft>
              <a:buClr>
                <a:srgbClr val="3F3F3F"/>
              </a:buClr>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cxnSp>
        <p:nvCxnSpPr>
          <p:cNvPr id="21" name="Google Shape;21;p39"/>
          <p:cNvCxnSpPr/>
          <p:nvPr/>
        </p:nvCxnSpPr>
        <p:spPr>
          <a:xfrm>
            <a:off x="1207658" y="4474741"/>
            <a:ext cx="9875520" cy="0"/>
          </a:xfrm>
          <a:prstGeom prst="straightConnector1">
            <a:avLst/>
          </a:prstGeom>
          <a:noFill/>
          <a:ln w="12700" cap="flat" cmpd="sng">
            <a:solidFill>
              <a:srgbClr val="3F3F3F"/>
            </a:solidFill>
            <a:prstDash val="solid"/>
            <a:round/>
            <a:headEnd type="none" w="sm" len="sm"/>
            <a:tailEnd type="none" w="sm" len="sm"/>
          </a:ln>
        </p:spPr>
      </p:cxnSp>
      <p:sp>
        <p:nvSpPr>
          <p:cNvPr id="22" name="Google Shape;22;p39"/>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9"/>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9"/>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1"/>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8" name="Google Shape;28;p41"/>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1"/>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1"/>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9"/>
        <p:cNvGrpSpPr/>
        <p:nvPr/>
      </p:nvGrpSpPr>
      <p:grpSpPr>
        <a:xfrm>
          <a:off x="0" y="0"/>
          <a:ext cx="0" cy="0"/>
          <a:chOff x="0" y="0"/>
          <a:chExt cx="0" cy="0"/>
        </a:xfrm>
      </p:grpSpPr>
      <p:sp>
        <p:nvSpPr>
          <p:cNvPr id="40" name="Google Shape;40;p4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40"/>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2" name="Google Shape;42;p40"/>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0"/>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0"/>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
        <p:cNvGrpSpPr/>
        <p:nvPr/>
      </p:nvGrpSpPr>
      <p:grpSpPr>
        <a:xfrm>
          <a:off x="0" y="0"/>
          <a:ext cx="0" cy="0"/>
          <a:chOff x="0" y="0"/>
          <a:chExt cx="0" cy="0"/>
        </a:xfrm>
      </p:grpSpPr>
      <p:sp>
        <p:nvSpPr>
          <p:cNvPr id="46" name="Google Shape;46;p4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42"/>
          <p:cNvSpPr txBox="1">
            <a:spLocks noGrp="1"/>
          </p:cNvSpPr>
          <p:nvPr>
            <p:ph type="body" idx="1"/>
          </p:nvPr>
        </p:nvSpPr>
        <p:spPr>
          <a:xfrm>
            <a:off x="1097280" y="2120900"/>
            <a:ext cx="4639736" cy="3748193"/>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8" name="Google Shape;48;p42"/>
          <p:cNvSpPr txBox="1">
            <a:spLocks noGrp="1"/>
          </p:cNvSpPr>
          <p:nvPr>
            <p:ph type="body" idx="2"/>
          </p:nvPr>
        </p:nvSpPr>
        <p:spPr>
          <a:xfrm>
            <a:off x="6515944" y="2120900"/>
            <a:ext cx="4639736" cy="3748194"/>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9" name="Google Shape;49;p42"/>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42"/>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42"/>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ntent">
  <p:cSld name="Title and Two Content">
    <p:spTree>
      <p:nvGrpSpPr>
        <p:cNvPr id="1" name="Shape 52"/>
        <p:cNvGrpSpPr/>
        <p:nvPr/>
      </p:nvGrpSpPr>
      <p:grpSpPr>
        <a:xfrm>
          <a:off x="0" y="0"/>
          <a:ext cx="0" cy="0"/>
          <a:chOff x="0" y="0"/>
          <a:chExt cx="0" cy="0"/>
        </a:xfrm>
      </p:grpSpPr>
      <p:sp>
        <p:nvSpPr>
          <p:cNvPr id="53" name="Google Shape;53;p43"/>
          <p:cNvSpPr txBox="1">
            <a:spLocks noGrp="1"/>
          </p:cNvSpPr>
          <p:nvPr>
            <p:ph type="title"/>
          </p:nvPr>
        </p:nvSpPr>
        <p:spPr>
          <a:xfrm>
            <a:off x="609600" y="215372"/>
            <a:ext cx="10972800" cy="1097279"/>
          </a:xfrm>
          <a:prstGeom prst="rect">
            <a:avLst/>
          </a:prstGeom>
          <a:noFill/>
          <a:ln>
            <a:noFill/>
          </a:ln>
        </p:spPr>
        <p:txBody>
          <a:bodyPr spcFirstLastPara="1" wrap="square" lIns="0" tIns="0" rIns="0" bIns="0" anchor="b" anchorCtr="0">
            <a:norm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Geo"/>
                <a:ea typeface="Geo"/>
                <a:cs typeface="Geo"/>
                <a:sym typeface="Geo"/>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54" name="Google Shape;54;p43"/>
          <p:cNvSpPr txBox="1">
            <a:spLocks noGrp="1"/>
          </p:cNvSpPr>
          <p:nvPr>
            <p:ph type="ftr" idx="11"/>
          </p:nvPr>
        </p:nvSpPr>
        <p:spPr>
          <a:xfrm>
            <a:off x="125293" y="6172200"/>
            <a:ext cx="11460479" cy="235462"/>
          </a:xfrm>
          <a:prstGeom prst="rect">
            <a:avLst/>
          </a:prstGeom>
          <a:noFill/>
          <a:ln>
            <a:noFill/>
          </a:ln>
        </p:spPr>
        <p:txBody>
          <a:bodyPr spcFirstLastPara="1" wrap="square" lIns="91425" tIns="91425" rIns="91425" bIns="91425" anchor="b" anchorCtr="0">
            <a:noAutofit/>
          </a:bodyPr>
          <a:lstStyle>
            <a:lvl1pPr marR="0" lvl="0" algn="l">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R="0" lvl="1"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5" name="Google Shape;55;p43"/>
          <p:cNvSpPr txBox="1">
            <a:spLocks noGrp="1"/>
          </p:cNvSpPr>
          <p:nvPr>
            <p:ph type="dt" idx="10"/>
          </p:nvPr>
        </p:nvSpPr>
        <p:spPr>
          <a:xfrm>
            <a:off x="8447617" y="113072"/>
            <a:ext cx="2844799" cy="182879"/>
          </a:xfrm>
          <a:prstGeom prst="rect">
            <a:avLst/>
          </a:prstGeom>
          <a:noFill/>
          <a:ln>
            <a:noFill/>
          </a:ln>
        </p:spPr>
        <p:txBody>
          <a:bodyPr spcFirstLastPara="1" wrap="square" lIns="91425" tIns="91425" rIns="91425" bIns="91425" anchor="ctr" anchorCtr="0">
            <a:noAutofit/>
          </a:bodyPr>
          <a:lstStyle>
            <a:lvl1pPr marR="0" lvl="0" algn="r">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6" name="Google Shape;56;p43"/>
          <p:cNvSpPr txBox="1">
            <a:spLocks noGrp="1"/>
          </p:cNvSpPr>
          <p:nvPr>
            <p:ph type="sldNum" idx="12"/>
          </p:nvPr>
        </p:nvSpPr>
        <p:spPr>
          <a:xfrm>
            <a:off x="11292415" y="113072"/>
            <a:ext cx="735711" cy="1828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chemeClr val="lt1"/>
                </a:solidFill>
                <a:latin typeface="Arial"/>
                <a:ea typeface="Arial"/>
                <a:cs typeface="Arial"/>
                <a:sym typeface="Arial"/>
              </a:defRPr>
            </a:lvl1pPr>
            <a:lvl2pPr marL="0" lvl="1" indent="0" algn="r">
              <a:spcBef>
                <a:spcPts val="0"/>
              </a:spcBef>
              <a:buNone/>
              <a:defRPr>
                <a:solidFill>
                  <a:schemeClr val="lt1"/>
                </a:solidFill>
                <a:latin typeface="Arial"/>
                <a:ea typeface="Arial"/>
                <a:cs typeface="Arial"/>
                <a:sym typeface="Arial"/>
              </a:defRPr>
            </a:lvl2pPr>
            <a:lvl3pPr marL="0" lvl="2" indent="0" algn="r">
              <a:spcBef>
                <a:spcPts val="0"/>
              </a:spcBef>
              <a:buNone/>
              <a:defRPr>
                <a:solidFill>
                  <a:schemeClr val="lt1"/>
                </a:solidFill>
                <a:latin typeface="Arial"/>
                <a:ea typeface="Arial"/>
                <a:cs typeface="Arial"/>
                <a:sym typeface="Arial"/>
              </a:defRPr>
            </a:lvl3pPr>
            <a:lvl4pPr marL="0" lvl="3" indent="0" algn="r">
              <a:spcBef>
                <a:spcPts val="0"/>
              </a:spcBef>
              <a:buNone/>
              <a:defRPr>
                <a:solidFill>
                  <a:schemeClr val="lt1"/>
                </a:solidFill>
                <a:latin typeface="Arial"/>
                <a:ea typeface="Arial"/>
                <a:cs typeface="Arial"/>
                <a:sym typeface="Arial"/>
              </a:defRPr>
            </a:lvl4pPr>
            <a:lvl5pPr marL="0" lvl="4" indent="0" algn="r">
              <a:spcBef>
                <a:spcPts val="0"/>
              </a:spcBef>
              <a:buNone/>
              <a:defRPr>
                <a:solidFill>
                  <a:schemeClr val="lt1"/>
                </a:solidFill>
                <a:latin typeface="Arial"/>
                <a:ea typeface="Arial"/>
                <a:cs typeface="Arial"/>
                <a:sym typeface="Arial"/>
              </a:defRPr>
            </a:lvl5pPr>
            <a:lvl6pPr marL="0" lvl="5" indent="0" algn="r">
              <a:spcBef>
                <a:spcPts val="0"/>
              </a:spcBef>
              <a:buNone/>
              <a:defRPr>
                <a:solidFill>
                  <a:schemeClr val="lt1"/>
                </a:solidFill>
                <a:latin typeface="Arial"/>
                <a:ea typeface="Arial"/>
                <a:cs typeface="Arial"/>
                <a:sym typeface="Arial"/>
              </a:defRPr>
            </a:lvl6pPr>
            <a:lvl7pPr marL="0" lvl="6" indent="0" algn="r">
              <a:spcBef>
                <a:spcPts val="0"/>
              </a:spcBef>
              <a:buNone/>
              <a:defRPr>
                <a:solidFill>
                  <a:schemeClr val="lt1"/>
                </a:solidFill>
                <a:latin typeface="Arial"/>
                <a:ea typeface="Arial"/>
                <a:cs typeface="Arial"/>
                <a:sym typeface="Arial"/>
              </a:defRPr>
            </a:lvl7pPr>
            <a:lvl8pPr marL="0" lvl="7" indent="0" algn="r">
              <a:spcBef>
                <a:spcPts val="0"/>
              </a:spcBef>
              <a:buNone/>
              <a:defRPr>
                <a:solidFill>
                  <a:schemeClr val="lt1"/>
                </a:solidFill>
                <a:latin typeface="Arial"/>
                <a:ea typeface="Arial"/>
                <a:cs typeface="Arial"/>
                <a:sym typeface="Arial"/>
              </a:defRPr>
            </a:lvl8pPr>
            <a:lvl9pPr marL="0" lvl="8" indent="0" algn="r">
              <a:spcBef>
                <a:spcPts val="0"/>
              </a:spcBef>
              <a:buNone/>
              <a:defRPr>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
        <p:nvSpPr>
          <p:cNvPr id="57" name="Google Shape;57;p43"/>
          <p:cNvSpPr txBox="1">
            <a:spLocks noGrp="1"/>
          </p:cNvSpPr>
          <p:nvPr>
            <p:ph type="body" idx="1"/>
          </p:nvPr>
        </p:nvSpPr>
        <p:spPr>
          <a:xfrm>
            <a:off x="609600" y="1556327"/>
            <a:ext cx="10972800" cy="1836354"/>
          </a:xfrm>
          <a:prstGeom prst="rect">
            <a:avLst/>
          </a:prstGeom>
          <a:noFill/>
          <a:ln>
            <a:noFill/>
          </a:ln>
        </p:spPr>
        <p:txBody>
          <a:bodyPr spcFirstLastPara="1" wrap="square" lIns="0" tIns="0" rIns="0" bIns="0" anchor="t" anchorCtr="0">
            <a:normAutofit/>
          </a:bodyPr>
          <a:lstStyle>
            <a:lvl1pPr marL="457200" lvl="0" indent="-381000" algn="l">
              <a:lnSpc>
                <a:spcPct val="110000"/>
              </a:lnSpc>
              <a:spcBef>
                <a:spcPts val="1200"/>
              </a:spcBef>
              <a:spcAft>
                <a:spcPts val="0"/>
              </a:spcAft>
              <a:buSzPts val="2400"/>
              <a:buChar char=" "/>
              <a:defRPr sz="2400">
                <a:latin typeface="Arial"/>
                <a:ea typeface="Arial"/>
                <a:cs typeface="Arial"/>
                <a:sym typeface="Arial"/>
              </a:defRPr>
            </a:lvl1pPr>
            <a:lvl2pPr marL="914400" lvl="1" indent="-381000" algn="l">
              <a:lnSpc>
                <a:spcPct val="100000"/>
              </a:lnSpc>
              <a:spcBef>
                <a:spcPts val="200"/>
              </a:spcBef>
              <a:spcAft>
                <a:spcPts val="0"/>
              </a:spcAft>
              <a:buClr>
                <a:srgbClr val="3F3F3F"/>
              </a:buClr>
              <a:buSzPts val="2400"/>
              <a:buChar char="◦"/>
              <a:defRPr sz="2400">
                <a:latin typeface="Arial"/>
                <a:ea typeface="Arial"/>
                <a:cs typeface="Arial"/>
                <a:sym typeface="Arial"/>
              </a:defRPr>
            </a:lvl2pPr>
            <a:lvl3pPr marL="1371600" lvl="2" indent="-381000" algn="l">
              <a:lnSpc>
                <a:spcPct val="100000"/>
              </a:lnSpc>
              <a:spcBef>
                <a:spcPts val="400"/>
              </a:spcBef>
              <a:spcAft>
                <a:spcPts val="0"/>
              </a:spcAft>
              <a:buClr>
                <a:srgbClr val="3F3F3F"/>
              </a:buClr>
              <a:buSzPts val="2400"/>
              <a:buChar char="◦"/>
              <a:defRPr sz="2400">
                <a:latin typeface="Arial"/>
                <a:ea typeface="Arial"/>
                <a:cs typeface="Arial"/>
                <a:sym typeface="Arial"/>
              </a:defRPr>
            </a:lvl3pPr>
            <a:lvl4pPr marL="1828800" lvl="3" indent="-381000" algn="l">
              <a:lnSpc>
                <a:spcPct val="100000"/>
              </a:lnSpc>
              <a:spcBef>
                <a:spcPts val="400"/>
              </a:spcBef>
              <a:spcAft>
                <a:spcPts val="0"/>
              </a:spcAft>
              <a:buClr>
                <a:srgbClr val="3F3F3F"/>
              </a:buClr>
              <a:buSzPts val="2400"/>
              <a:buChar char="◦"/>
              <a:defRPr sz="2400">
                <a:latin typeface="Arial"/>
                <a:ea typeface="Arial"/>
                <a:cs typeface="Arial"/>
                <a:sym typeface="Arial"/>
              </a:defRPr>
            </a:lvl4pPr>
            <a:lvl5pPr marL="2286000" lvl="4" indent="-381000" algn="l">
              <a:lnSpc>
                <a:spcPct val="100000"/>
              </a:lnSpc>
              <a:spcBef>
                <a:spcPts val="400"/>
              </a:spcBef>
              <a:spcAft>
                <a:spcPts val="0"/>
              </a:spcAft>
              <a:buClr>
                <a:srgbClr val="3F3F3F"/>
              </a:buClr>
              <a:buSzPts val="2400"/>
              <a:buChar char="◦"/>
              <a:defRPr sz="2400">
                <a:latin typeface="Arial"/>
                <a:ea typeface="Arial"/>
                <a:cs typeface="Arial"/>
                <a:sym typeface="Arial"/>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8" name="Google Shape;58;p43"/>
          <p:cNvSpPr txBox="1">
            <a:spLocks noGrp="1"/>
          </p:cNvSpPr>
          <p:nvPr>
            <p:ph type="body" idx="2"/>
          </p:nvPr>
        </p:nvSpPr>
        <p:spPr>
          <a:xfrm>
            <a:off x="609600" y="3632201"/>
            <a:ext cx="10972800" cy="1793875"/>
          </a:xfrm>
          <a:prstGeom prst="rect">
            <a:avLst/>
          </a:prstGeom>
          <a:noFill/>
          <a:ln>
            <a:noFill/>
          </a:ln>
        </p:spPr>
        <p:txBody>
          <a:bodyPr spcFirstLastPara="1" wrap="square" lIns="0" tIns="0" rIns="0" bIns="0" anchor="t" anchorCtr="0">
            <a:normAutofit/>
          </a:bodyPr>
          <a:lstStyle>
            <a:lvl1pPr marL="457200" lvl="0" indent="-381000" algn="l">
              <a:lnSpc>
                <a:spcPct val="110000"/>
              </a:lnSpc>
              <a:spcBef>
                <a:spcPts val="1200"/>
              </a:spcBef>
              <a:spcAft>
                <a:spcPts val="0"/>
              </a:spcAft>
              <a:buSzPts val="2400"/>
              <a:buChar char=" "/>
              <a:defRPr sz="2400">
                <a:latin typeface="Arial"/>
                <a:ea typeface="Arial"/>
                <a:cs typeface="Arial"/>
                <a:sym typeface="Arial"/>
              </a:defRPr>
            </a:lvl1pPr>
            <a:lvl2pPr marL="914400" lvl="1" indent="-381000" algn="l">
              <a:lnSpc>
                <a:spcPct val="100000"/>
              </a:lnSpc>
              <a:spcBef>
                <a:spcPts val="200"/>
              </a:spcBef>
              <a:spcAft>
                <a:spcPts val="0"/>
              </a:spcAft>
              <a:buClr>
                <a:srgbClr val="3F3F3F"/>
              </a:buClr>
              <a:buSzPts val="2400"/>
              <a:buChar char="◦"/>
              <a:defRPr sz="2400">
                <a:latin typeface="Arial"/>
                <a:ea typeface="Arial"/>
                <a:cs typeface="Arial"/>
                <a:sym typeface="Arial"/>
              </a:defRPr>
            </a:lvl2pPr>
            <a:lvl3pPr marL="1371600" lvl="2" indent="-381000" algn="l">
              <a:lnSpc>
                <a:spcPct val="100000"/>
              </a:lnSpc>
              <a:spcBef>
                <a:spcPts val="400"/>
              </a:spcBef>
              <a:spcAft>
                <a:spcPts val="0"/>
              </a:spcAft>
              <a:buClr>
                <a:srgbClr val="3F3F3F"/>
              </a:buClr>
              <a:buSzPts val="2400"/>
              <a:buChar char="◦"/>
              <a:defRPr sz="2400">
                <a:latin typeface="Arial"/>
                <a:ea typeface="Arial"/>
                <a:cs typeface="Arial"/>
                <a:sym typeface="Arial"/>
              </a:defRPr>
            </a:lvl3pPr>
            <a:lvl4pPr marL="1828800" lvl="3" indent="-381000" algn="l">
              <a:lnSpc>
                <a:spcPct val="100000"/>
              </a:lnSpc>
              <a:spcBef>
                <a:spcPts val="400"/>
              </a:spcBef>
              <a:spcAft>
                <a:spcPts val="0"/>
              </a:spcAft>
              <a:buClr>
                <a:srgbClr val="3F3F3F"/>
              </a:buClr>
              <a:buSzPts val="2400"/>
              <a:buChar char="◦"/>
              <a:defRPr sz="2400">
                <a:latin typeface="Arial"/>
                <a:ea typeface="Arial"/>
                <a:cs typeface="Arial"/>
                <a:sym typeface="Arial"/>
              </a:defRPr>
            </a:lvl4pPr>
            <a:lvl5pPr marL="2286000" lvl="4" indent="-381000" algn="l">
              <a:lnSpc>
                <a:spcPct val="100000"/>
              </a:lnSpc>
              <a:spcBef>
                <a:spcPts val="400"/>
              </a:spcBef>
              <a:spcAft>
                <a:spcPts val="0"/>
              </a:spcAft>
              <a:buClr>
                <a:srgbClr val="3F3F3F"/>
              </a:buClr>
              <a:buSzPts val="2400"/>
              <a:buChar char="◦"/>
              <a:defRPr sz="2400">
                <a:latin typeface="Arial"/>
                <a:ea typeface="Arial"/>
                <a:cs typeface="Arial"/>
                <a:sym typeface="Arial"/>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Tree>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One Content">
  <p:cSld name="Title and One Content">
    <p:spTree>
      <p:nvGrpSpPr>
        <p:cNvPr id="1" name="Shape 59"/>
        <p:cNvGrpSpPr/>
        <p:nvPr/>
      </p:nvGrpSpPr>
      <p:grpSpPr>
        <a:xfrm>
          <a:off x="0" y="0"/>
          <a:ext cx="0" cy="0"/>
          <a:chOff x="0" y="0"/>
          <a:chExt cx="0" cy="0"/>
        </a:xfrm>
      </p:grpSpPr>
      <p:sp>
        <p:nvSpPr>
          <p:cNvPr id="60" name="Google Shape;60;p44"/>
          <p:cNvSpPr txBox="1">
            <a:spLocks noGrp="1"/>
          </p:cNvSpPr>
          <p:nvPr>
            <p:ph type="title"/>
          </p:nvPr>
        </p:nvSpPr>
        <p:spPr>
          <a:xfrm>
            <a:off x="609600" y="215372"/>
            <a:ext cx="10972800" cy="1097279"/>
          </a:xfrm>
          <a:prstGeom prst="rect">
            <a:avLst/>
          </a:prstGeom>
          <a:noFill/>
          <a:ln>
            <a:noFill/>
          </a:ln>
        </p:spPr>
        <p:txBody>
          <a:bodyPr spcFirstLastPara="1" wrap="square" lIns="0" tIns="0" rIns="0" bIns="0" anchor="b" anchorCtr="0">
            <a:norm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Geo"/>
                <a:ea typeface="Geo"/>
                <a:cs typeface="Geo"/>
                <a:sym typeface="Geo"/>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61" name="Google Shape;61;p44"/>
          <p:cNvSpPr txBox="1">
            <a:spLocks noGrp="1"/>
          </p:cNvSpPr>
          <p:nvPr>
            <p:ph type="ftr" idx="11"/>
          </p:nvPr>
        </p:nvSpPr>
        <p:spPr>
          <a:xfrm>
            <a:off x="125293" y="6172200"/>
            <a:ext cx="11460479" cy="235462"/>
          </a:xfrm>
          <a:prstGeom prst="rect">
            <a:avLst/>
          </a:prstGeom>
          <a:noFill/>
          <a:ln>
            <a:noFill/>
          </a:ln>
        </p:spPr>
        <p:txBody>
          <a:bodyPr spcFirstLastPara="1" wrap="square" lIns="91425" tIns="91425" rIns="91425" bIns="91425" anchor="b" anchorCtr="0">
            <a:noAutofit/>
          </a:bodyPr>
          <a:lstStyle>
            <a:lvl1pPr marR="0" lvl="0" algn="l">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R="0" lvl="1"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62" name="Google Shape;62;p44"/>
          <p:cNvSpPr txBox="1">
            <a:spLocks noGrp="1"/>
          </p:cNvSpPr>
          <p:nvPr>
            <p:ph type="dt" idx="10"/>
          </p:nvPr>
        </p:nvSpPr>
        <p:spPr>
          <a:xfrm>
            <a:off x="8447617" y="113072"/>
            <a:ext cx="2844799" cy="182879"/>
          </a:xfrm>
          <a:prstGeom prst="rect">
            <a:avLst/>
          </a:prstGeom>
          <a:noFill/>
          <a:ln>
            <a:noFill/>
          </a:ln>
        </p:spPr>
        <p:txBody>
          <a:bodyPr spcFirstLastPara="1" wrap="square" lIns="91425" tIns="91425" rIns="91425" bIns="91425" anchor="ctr" anchorCtr="0">
            <a:noAutofit/>
          </a:bodyPr>
          <a:lstStyle>
            <a:lvl1pPr marR="0" lvl="0" algn="r">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63" name="Google Shape;63;p44"/>
          <p:cNvSpPr txBox="1">
            <a:spLocks noGrp="1"/>
          </p:cNvSpPr>
          <p:nvPr>
            <p:ph type="sldNum" idx="12"/>
          </p:nvPr>
        </p:nvSpPr>
        <p:spPr>
          <a:xfrm>
            <a:off x="11292415" y="113072"/>
            <a:ext cx="735711" cy="1828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chemeClr val="lt1"/>
                </a:solidFill>
                <a:latin typeface="Arial"/>
                <a:ea typeface="Arial"/>
                <a:cs typeface="Arial"/>
                <a:sym typeface="Arial"/>
              </a:defRPr>
            </a:lvl1pPr>
            <a:lvl2pPr marL="0" lvl="1" indent="0" algn="r">
              <a:spcBef>
                <a:spcPts val="0"/>
              </a:spcBef>
              <a:buNone/>
              <a:defRPr>
                <a:solidFill>
                  <a:schemeClr val="lt1"/>
                </a:solidFill>
                <a:latin typeface="Arial"/>
                <a:ea typeface="Arial"/>
                <a:cs typeface="Arial"/>
                <a:sym typeface="Arial"/>
              </a:defRPr>
            </a:lvl2pPr>
            <a:lvl3pPr marL="0" lvl="2" indent="0" algn="r">
              <a:spcBef>
                <a:spcPts val="0"/>
              </a:spcBef>
              <a:buNone/>
              <a:defRPr>
                <a:solidFill>
                  <a:schemeClr val="lt1"/>
                </a:solidFill>
                <a:latin typeface="Arial"/>
                <a:ea typeface="Arial"/>
                <a:cs typeface="Arial"/>
                <a:sym typeface="Arial"/>
              </a:defRPr>
            </a:lvl3pPr>
            <a:lvl4pPr marL="0" lvl="3" indent="0" algn="r">
              <a:spcBef>
                <a:spcPts val="0"/>
              </a:spcBef>
              <a:buNone/>
              <a:defRPr>
                <a:solidFill>
                  <a:schemeClr val="lt1"/>
                </a:solidFill>
                <a:latin typeface="Arial"/>
                <a:ea typeface="Arial"/>
                <a:cs typeface="Arial"/>
                <a:sym typeface="Arial"/>
              </a:defRPr>
            </a:lvl4pPr>
            <a:lvl5pPr marL="0" lvl="4" indent="0" algn="r">
              <a:spcBef>
                <a:spcPts val="0"/>
              </a:spcBef>
              <a:buNone/>
              <a:defRPr>
                <a:solidFill>
                  <a:schemeClr val="lt1"/>
                </a:solidFill>
                <a:latin typeface="Arial"/>
                <a:ea typeface="Arial"/>
                <a:cs typeface="Arial"/>
                <a:sym typeface="Arial"/>
              </a:defRPr>
            </a:lvl5pPr>
            <a:lvl6pPr marL="0" lvl="5" indent="0" algn="r">
              <a:spcBef>
                <a:spcPts val="0"/>
              </a:spcBef>
              <a:buNone/>
              <a:defRPr>
                <a:solidFill>
                  <a:schemeClr val="lt1"/>
                </a:solidFill>
                <a:latin typeface="Arial"/>
                <a:ea typeface="Arial"/>
                <a:cs typeface="Arial"/>
                <a:sym typeface="Arial"/>
              </a:defRPr>
            </a:lvl6pPr>
            <a:lvl7pPr marL="0" lvl="6" indent="0" algn="r">
              <a:spcBef>
                <a:spcPts val="0"/>
              </a:spcBef>
              <a:buNone/>
              <a:defRPr>
                <a:solidFill>
                  <a:schemeClr val="lt1"/>
                </a:solidFill>
                <a:latin typeface="Arial"/>
                <a:ea typeface="Arial"/>
                <a:cs typeface="Arial"/>
                <a:sym typeface="Arial"/>
              </a:defRPr>
            </a:lvl7pPr>
            <a:lvl8pPr marL="0" lvl="7" indent="0" algn="r">
              <a:spcBef>
                <a:spcPts val="0"/>
              </a:spcBef>
              <a:buNone/>
              <a:defRPr>
                <a:solidFill>
                  <a:schemeClr val="lt1"/>
                </a:solidFill>
                <a:latin typeface="Arial"/>
                <a:ea typeface="Arial"/>
                <a:cs typeface="Arial"/>
                <a:sym typeface="Arial"/>
              </a:defRPr>
            </a:lvl8pPr>
            <a:lvl9pPr marL="0" lvl="8" indent="0" algn="r">
              <a:spcBef>
                <a:spcPts val="0"/>
              </a:spcBef>
              <a:buNone/>
              <a:defRPr>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
        <p:nvSpPr>
          <p:cNvPr id="64" name="Google Shape;64;p44"/>
          <p:cNvSpPr txBox="1">
            <a:spLocks noGrp="1"/>
          </p:cNvSpPr>
          <p:nvPr>
            <p:ph type="body" idx="1"/>
          </p:nvPr>
        </p:nvSpPr>
        <p:spPr>
          <a:xfrm>
            <a:off x="609600" y="1556327"/>
            <a:ext cx="10972800" cy="4434275"/>
          </a:xfrm>
          <a:prstGeom prst="rect">
            <a:avLst/>
          </a:prstGeom>
          <a:noFill/>
          <a:ln>
            <a:noFill/>
          </a:ln>
        </p:spPr>
        <p:txBody>
          <a:bodyPr spcFirstLastPara="1" wrap="square" lIns="0" tIns="0" rIns="0" bIns="0" anchor="t" anchorCtr="0">
            <a:normAutofit/>
          </a:bodyPr>
          <a:lstStyle>
            <a:lvl1pPr marL="457200" lvl="0" indent="-381000" algn="l">
              <a:lnSpc>
                <a:spcPct val="110000"/>
              </a:lnSpc>
              <a:spcBef>
                <a:spcPts val="1200"/>
              </a:spcBef>
              <a:spcAft>
                <a:spcPts val="0"/>
              </a:spcAft>
              <a:buSzPts val="2400"/>
              <a:buChar char=" "/>
              <a:defRPr sz="2400">
                <a:latin typeface="Arial"/>
                <a:ea typeface="Arial"/>
                <a:cs typeface="Arial"/>
                <a:sym typeface="Arial"/>
              </a:defRPr>
            </a:lvl1pPr>
            <a:lvl2pPr marL="914400" lvl="1" indent="-381000" algn="l">
              <a:lnSpc>
                <a:spcPct val="100000"/>
              </a:lnSpc>
              <a:spcBef>
                <a:spcPts val="200"/>
              </a:spcBef>
              <a:spcAft>
                <a:spcPts val="0"/>
              </a:spcAft>
              <a:buClr>
                <a:srgbClr val="3F3F3F"/>
              </a:buClr>
              <a:buSzPts val="2400"/>
              <a:buChar char="◦"/>
              <a:defRPr sz="2400">
                <a:latin typeface="Arial"/>
                <a:ea typeface="Arial"/>
                <a:cs typeface="Arial"/>
                <a:sym typeface="Arial"/>
              </a:defRPr>
            </a:lvl2pPr>
            <a:lvl3pPr marL="1371600" lvl="2" indent="-381000" algn="l">
              <a:lnSpc>
                <a:spcPct val="100000"/>
              </a:lnSpc>
              <a:spcBef>
                <a:spcPts val="400"/>
              </a:spcBef>
              <a:spcAft>
                <a:spcPts val="0"/>
              </a:spcAft>
              <a:buClr>
                <a:srgbClr val="3F3F3F"/>
              </a:buClr>
              <a:buSzPts val="2400"/>
              <a:buChar char="◦"/>
              <a:defRPr sz="2400">
                <a:latin typeface="Arial"/>
                <a:ea typeface="Arial"/>
                <a:cs typeface="Arial"/>
                <a:sym typeface="Arial"/>
              </a:defRPr>
            </a:lvl3pPr>
            <a:lvl4pPr marL="1828800" lvl="3" indent="-381000" algn="l">
              <a:lnSpc>
                <a:spcPct val="100000"/>
              </a:lnSpc>
              <a:spcBef>
                <a:spcPts val="400"/>
              </a:spcBef>
              <a:spcAft>
                <a:spcPts val="0"/>
              </a:spcAft>
              <a:buClr>
                <a:srgbClr val="3F3F3F"/>
              </a:buClr>
              <a:buSzPts val="2400"/>
              <a:buChar char="◦"/>
              <a:defRPr sz="2400">
                <a:latin typeface="Arial"/>
                <a:ea typeface="Arial"/>
                <a:cs typeface="Arial"/>
                <a:sym typeface="Arial"/>
              </a:defRPr>
            </a:lvl4pPr>
            <a:lvl5pPr marL="2286000" lvl="4" indent="-381000" algn="l">
              <a:lnSpc>
                <a:spcPct val="100000"/>
              </a:lnSpc>
              <a:spcBef>
                <a:spcPts val="400"/>
              </a:spcBef>
              <a:spcAft>
                <a:spcPts val="0"/>
              </a:spcAft>
              <a:buClr>
                <a:srgbClr val="3F3F3F"/>
              </a:buClr>
              <a:buSzPts val="2400"/>
              <a:buChar char="◦"/>
              <a:defRPr sz="2400">
                <a:latin typeface="Arial"/>
                <a:ea typeface="Arial"/>
                <a:cs typeface="Arial"/>
                <a:sym typeface="Arial"/>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Tree>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Title and Two Content">
  <p:cSld name="2_Title and Two Content">
    <p:spTree>
      <p:nvGrpSpPr>
        <p:cNvPr id="1" name="Shape 65"/>
        <p:cNvGrpSpPr/>
        <p:nvPr/>
      </p:nvGrpSpPr>
      <p:grpSpPr>
        <a:xfrm>
          <a:off x="0" y="0"/>
          <a:ext cx="0" cy="0"/>
          <a:chOff x="0" y="0"/>
          <a:chExt cx="0" cy="0"/>
        </a:xfrm>
      </p:grpSpPr>
      <p:sp>
        <p:nvSpPr>
          <p:cNvPr id="66" name="Google Shape;66;p45"/>
          <p:cNvSpPr txBox="1">
            <a:spLocks noGrp="1"/>
          </p:cNvSpPr>
          <p:nvPr>
            <p:ph type="title"/>
          </p:nvPr>
        </p:nvSpPr>
        <p:spPr>
          <a:xfrm>
            <a:off x="609600" y="215372"/>
            <a:ext cx="10972800" cy="1097279"/>
          </a:xfrm>
          <a:prstGeom prst="rect">
            <a:avLst/>
          </a:prstGeom>
          <a:noFill/>
          <a:ln>
            <a:noFill/>
          </a:ln>
        </p:spPr>
        <p:txBody>
          <a:bodyPr spcFirstLastPara="1" wrap="square" lIns="0" tIns="0" rIns="0" bIns="0" anchor="b" anchorCtr="0">
            <a:norm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Geo"/>
                <a:ea typeface="Geo"/>
                <a:cs typeface="Geo"/>
                <a:sym typeface="Geo"/>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67" name="Google Shape;67;p45"/>
          <p:cNvSpPr txBox="1">
            <a:spLocks noGrp="1"/>
          </p:cNvSpPr>
          <p:nvPr>
            <p:ph type="ftr" idx="11"/>
          </p:nvPr>
        </p:nvSpPr>
        <p:spPr>
          <a:xfrm>
            <a:off x="125293" y="6172200"/>
            <a:ext cx="11460479" cy="235462"/>
          </a:xfrm>
          <a:prstGeom prst="rect">
            <a:avLst/>
          </a:prstGeom>
          <a:noFill/>
          <a:ln>
            <a:noFill/>
          </a:ln>
        </p:spPr>
        <p:txBody>
          <a:bodyPr spcFirstLastPara="1" wrap="square" lIns="91425" tIns="91425" rIns="91425" bIns="91425" anchor="b" anchorCtr="0">
            <a:noAutofit/>
          </a:bodyPr>
          <a:lstStyle>
            <a:lvl1pPr marR="0" lvl="0" algn="l">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R="0" lvl="1"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68" name="Google Shape;68;p45"/>
          <p:cNvSpPr txBox="1">
            <a:spLocks noGrp="1"/>
          </p:cNvSpPr>
          <p:nvPr>
            <p:ph type="dt" idx="10"/>
          </p:nvPr>
        </p:nvSpPr>
        <p:spPr>
          <a:xfrm>
            <a:off x="8447617" y="113072"/>
            <a:ext cx="2844799" cy="182879"/>
          </a:xfrm>
          <a:prstGeom prst="rect">
            <a:avLst/>
          </a:prstGeom>
          <a:noFill/>
          <a:ln>
            <a:noFill/>
          </a:ln>
        </p:spPr>
        <p:txBody>
          <a:bodyPr spcFirstLastPara="1" wrap="square" lIns="91425" tIns="91425" rIns="91425" bIns="91425" anchor="ctr" anchorCtr="0">
            <a:noAutofit/>
          </a:bodyPr>
          <a:lstStyle>
            <a:lvl1pPr marR="0" lvl="0" algn="r">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69" name="Google Shape;69;p45"/>
          <p:cNvSpPr txBox="1">
            <a:spLocks noGrp="1"/>
          </p:cNvSpPr>
          <p:nvPr>
            <p:ph type="sldNum" idx="12"/>
          </p:nvPr>
        </p:nvSpPr>
        <p:spPr>
          <a:xfrm>
            <a:off x="11292415" y="113072"/>
            <a:ext cx="735711" cy="1828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chemeClr val="lt1"/>
                </a:solidFill>
                <a:latin typeface="Arial"/>
                <a:ea typeface="Arial"/>
                <a:cs typeface="Arial"/>
                <a:sym typeface="Arial"/>
              </a:defRPr>
            </a:lvl1pPr>
            <a:lvl2pPr marL="0" lvl="1" indent="0" algn="r">
              <a:spcBef>
                <a:spcPts val="0"/>
              </a:spcBef>
              <a:buNone/>
              <a:defRPr>
                <a:solidFill>
                  <a:schemeClr val="lt1"/>
                </a:solidFill>
                <a:latin typeface="Arial"/>
                <a:ea typeface="Arial"/>
                <a:cs typeface="Arial"/>
                <a:sym typeface="Arial"/>
              </a:defRPr>
            </a:lvl2pPr>
            <a:lvl3pPr marL="0" lvl="2" indent="0" algn="r">
              <a:spcBef>
                <a:spcPts val="0"/>
              </a:spcBef>
              <a:buNone/>
              <a:defRPr>
                <a:solidFill>
                  <a:schemeClr val="lt1"/>
                </a:solidFill>
                <a:latin typeface="Arial"/>
                <a:ea typeface="Arial"/>
                <a:cs typeface="Arial"/>
                <a:sym typeface="Arial"/>
              </a:defRPr>
            </a:lvl3pPr>
            <a:lvl4pPr marL="0" lvl="3" indent="0" algn="r">
              <a:spcBef>
                <a:spcPts val="0"/>
              </a:spcBef>
              <a:buNone/>
              <a:defRPr>
                <a:solidFill>
                  <a:schemeClr val="lt1"/>
                </a:solidFill>
                <a:latin typeface="Arial"/>
                <a:ea typeface="Arial"/>
                <a:cs typeface="Arial"/>
                <a:sym typeface="Arial"/>
              </a:defRPr>
            </a:lvl4pPr>
            <a:lvl5pPr marL="0" lvl="4" indent="0" algn="r">
              <a:spcBef>
                <a:spcPts val="0"/>
              </a:spcBef>
              <a:buNone/>
              <a:defRPr>
                <a:solidFill>
                  <a:schemeClr val="lt1"/>
                </a:solidFill>
                <a:latin typeface="Arial"/>
                <a:ea typeface="Arial"/>
                <a:cs typeface="Arial"/>
                <a:sym typeface="Arial"/>
              </a:defRPr>
            </a:lvl5pPr>
            <a:lvl6pPr marL="0" lvl="5" indent="0" algn="r">
              <a:spcBef>
                <a:spcPts val="0"/>
              </a:spcBef>
              <a:buNone/>
              <a:defRPr>
                <a:solidFill>
                  <a:schemeClr val="lt1"/>
                </a:solidFill>
                <a:latin typeface="Arial"/>
                <a:ea typeface="Arial"/>
                <a:cs typeface="Arial"/>
                <a:sym typeface="Arial"/>
              </a:defRPr>
            </a:lvl6pPr>
            <a:lvl7pPr marL="0" lvl="6" indent="0" algn="r">
              <a:spcBef>
                <a:spcPts val="0"/>
              </a:spcBef>
              <a:buNone/>
              <a:defRPr>
                <a:solidFill>
                  <a:schemeClr val="lt1"/>
                </a:solidFill>
                <a:latin typeface="Arial"/>
                <a:ea typeface="Arial"/>
                <a:cs typeface="Arial"/>
                <a:sym typeface="Arial"/>
              </a:defRPr>
            </a:lvl7pPr>
            <a:lvl8pPr marL="0" lvl="7" indent="0" algn="r">
              <a:spcBef>
                <a:spcPts val="0"/>
              </a:spcBef>
              <a:buNone/>
              <a:defRPr>
                <a:solidFill>
                  <a:schemeClr val="lt1"/>
                </a:solidFill>
                <a:latin typeface="Arial"/>
                <a:ea typeface="Arial"/>
                <a:cs typeface="Arial"/>
                <a:sym typeface="Arial"/>
              </a:defRPr>
            </a:lvl8pPr>
            <a:lvl9pPr marL="0" lvl="8" indent="0" algn="r">
              <a:spcBef>
                <a:spcPts val="0"/>
              </a:spcBef>
              <a:buNone/>
              <a:defRPr>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
        <p:nvSpPr>
          <p:cNvPr id="70" name="Google Shape;70;p45"/>
          <p:cNvSpPr txBox="1">
            <a:spLocks noGrp="1"/>
          </p:cNvSpPr>
          <p:nvPr>
            <p:ph type="body" idx="1"/>
          </p:nvPr>
        </p:nvSpPr>
        <p:spPr>
          <a:xfrm>
            <a:off x="609600" y="1556327"/>
            <a:ext cx="10972800" cy="1836354"/>
          </a:xfrm>
          <a:prstGeom prst="rect">
            <a:avLst/>
          </a:prstGeom>
          <a:noFill/>
          <a:ln>
            <a:noFill/>
          </a:ln>
        </p:spPr>
        <p:txBody>
          <a:bodyPr spcFirstLastPara="1" wrap="square" lIns="0" tIns="0" rIns="0" bIns="0" anchor="t" anchorCtr="0">
            <a:normAutofit/>
          </a:bodyPr>
          <a:lstStyle>
            <a:lvl1pPr marL="457200" lvl="0" indent="-381000" algn="l">
              <a:lnSpc>
                <a:spcPct val="110000"/>
              </a:lnSpc>
              <a:spcBef>
                <a:spcPts val="1200"/>
              </a:spcBef>
              <a:spcAft>
                <a:spcPts val="0"/>
              </a:spcAft>
              <a:buSzPts val="2400"/>
              <a:buChar char=" "/>
              <a:defRPr sz="2400">
                <a:latin typeface="Arial"/>
                <a:ea typeface="Arial"/>
                <a:cs typeface="Arial"/>
                <a:sym typeface="Arial"/>
              </a:defRPr>
            </a:lvl1pPr>
            <a:lvl2pPr marL="914400" lvl="1" indent="-381000" algn="l">
              <a:lnSpc>
                <a:spcPct val="100000"/>
              </a:lnSpc>
              <a:spcBef>
                <a:spcPts val="200"/>
              </a:spcBef>
              <a:spcAft>
                <a:spcPts val="0"/>
              </a:spcAft>
              <a:buClr>
                <a:srgbClr val="3F3F3F"/>
              </a:buClr>
              <a:buSzPts val="2400"/>
              <a:buChar char="◦"/>
              <a:defRPr sz="2400">
                <a:latin typeface="Arial"/>
                <a:ea typeface="Arial"/>
                <a:cs typeface="Arial"/>
                <a:sym typeface="Arial"/>
              </a:defRPr>
            </a:lvl2pPr>
            <a:lvl3pPr marL="1371600" lvl="2" indent="-381000" algn="l">
              <a:lnSpc>
                <a:spcPct val="100000"/>
              </a:lnSpc>
              <a:spcBef>
                <a:spcPts val="400"/>
              </a:spcBef>
              <a:spcAft>
                <a:spcPts val="0"/>
              </a:spcAft>
              <a:buClr>
                <a:srgbClr val="3F3F3F"/>
              </a:buClr>
              <a:buSzPts val="2400"/>
              <a:buChar char="◦"/>
              <a:defRPr sz="2400">
                <a:latin typeface="Arial"/>
                <a:ea typeface="Arial"/>
                <a:cs typeface="Arial"/>
                <a:sym typeface="Arial"/>
              </a:defRPr>
            </a:lvl3pPr>
            <a:lvl4pPr marL="1828800" lvl="3" indent="-381000" algn="l">
              <a:lnSpc>
                <a:spcPct val="100000"/>
              </a:lnSpc>
              <a:spcBef>
                <a:spcPts val="400"/>
              </a:spcBef>
              <a:spcAft>
                <a:spcPts val="0"/>
              </a:spcAft>
              <a:buClr>
                <a:srgbClr val="3F3F3F"/>
              </a:buClr>
              <a:buSzPts val="2400"/>
              <a:buChar char="◦"/>
              <a:defRPr sz="2400">
                <a:latin typeface="Arial"/>
                <a:ea typeface="Arial"/>
                <a:cs typeface="Arial"/>
                <a:sym typeface="Arial"/>
              </a:defRPr>
            </a:lvl4pPr>
            <a:lvl5pPr marL="2286000" lvl="4" indent="-381000" algn="l">
              <a:lnSpc>
                <a:spcPct val="100000"/>
              </a:lnSpc>
              <a:spcBef>
                <a:spcPts val="400"/>
              </a:spcBef>
              <a:spcAft>
                <a:spcPts val="0"/>
              </a:spcAft>
              <a:buClr>
                <a:srgbClr val="3F3F3F"/>
              </a:buClr>
              <a:buSzPts val="2400"/>
              <a:buChar char="◦"/>
              <a:defRPr sz="2400">
                <a:latin typeface="Arial"/>
                <a:ea typeface="Arial"/>
                <a:cs typeface="Arial"/>
                <a:sym typeface="Arial"/>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1" name="Google Shape;71;p45"/>
          <p:cNvSpPr txBox="1">
            <a:spLocks noGrp="1"/>
          </p:cNvSpPr>
          <p:nvPr>
            <p:ph type="body" idx="2"/>
          </p:nvPr>
        </p:nvSpPr>
        <p:spPr>
          <a:xfrm>
            <a:off x="609600" y="3632201"/>
            <a:ext cx="10972800" cy="1793875"/>
          </a:xfrm>
          <a:prstGeom prst="rect">
            <a:avLst/>
          </a:prstGeom>
          <a:noFill/>
          <a:ln>
            <a:noFill/>
          </a:ln>
        </p:spPr>
        <p:txBody>
          <a:bodyPr spcFirstLastPara="1" wrap="square" lIns="0" tIns="0" rIns="0" bIns="0" anchor="t" anchorCtr="0">
            <a:normAutofit/>
          </a:bodyPr>
          <a:lstStyle>
            <a:lvl1pPr marL="457200" lvl="0" indent="-381000" algn="l">
              <a:lnSpc>
                <a:spcPct val="110000"/>
              </a:lnSpc>
              <a:spcBef>
                <a:spcPts val="1200"/>
              </a:spcBef>
              <a:spcAft>
                <a:spcPts val="0"/>
              </a:spcAft>
              <a:buSzPts val="2400"/>
              <a:buChar char=" "/>
              <a:defRPr sz="2400">
                <a:latin typeface="Arial"/>
                <a:ea typeface="Arial"/>
                <a:cs typeface="Arial"/>
                <a:sym typeface="Arial"/>
              </a:defRPr>
            </a:lvl1pPr>
            <a:lvl2pPr marL="914400" lvl="1" indent="-381000" algn="l">
              <a:lnSpc>
                <a:spcPct val="100000"/>
              </a:lnSpc>
              <a:spcBef>
                <a:spcPts val="200"/>
              </a:spcBef>
              <a:spcAft>
                <a:spcPts val="0"/>
              </a:spcAft>
              <a:buClr>
                <a:srgbClr val="3F3F3F"/>
              </a:buClr>
              <a:buSzPts val="2400"/>
              <a:buChar char="◦"/>
              <a:defRPr sz="2400">
                <a:latin typeface="Arial"/>
                <a:ea typeface="Arial"/>
                <a:cs typeface="Arial"/>
                <a:sym typeface="Arial"/>
              </a:defRPr>
            </a:lvl2pPr>
            <a:lvl3pPr marL="1371600" lvl="2" indent="-381000" algn="l">
              <a:lnSpc>
                <a:spcPct val="100000"/>
              </a:lnSpc>
              <a:spcBef>
                <a:spcPts val="400"/>
              </a:spcBef>
              <a:spcAft>
                <a:spcPts val="0"/>
              </a:spcAft>
              <a:buClr>
                <a:srgbClr val="3F3F3F"/>
              </a:buClr>
              <a:buSzPts val="2400"/>
              <a:buChar char="◦"/>
              <a:defRPr sz="2400">
                <a:latin typeface="Arial"/>
                <a:ea typeface="Arial"/>
                <a:cs typeface="Arial"/>
                <a:sym typeface="Arial"/>
              </a:defRPr>
            </a:lvl3pPr>
            <a:lvl4pPr marL="1828800" lvl="3" indent="-381000" algn="l">
              <a:lnSpc>
                <a:spcPct val="100000"/>
              </a:lnSpc>
              <a:spcBef>
                <a:spcPts val="400"/>
              </a:spcBef>
              <a:spcAft>
                <a:spcPts val="0"/>
              </a:spcAft>
              <a:buClr>
                <a:srgbClr val="3F3F3F"/>
              </a:buClr>
              <a:buSzPts val="2400"/>
              <a:buChar char="◦"/>
              <a:defRPr sz="2400">
                <a:latin typeface="Arial"/>
                <a:ea typeface="Arial"/>
                <a:cs typeface="Arial"/>
                <a:sym typeface="Arial"/>
              </a:defRPr>
            </a:lvl4pPr>
            <a:lvl5pPr marL="2286000" lvl="4" indent="-381000" algn="l">
              <a:lnSpc>
                <a:spcPct val="100000"/>
              </a:lnSpc>
              <a:spcBef>
                <a:spcPts val="400"/>
              </a:spcBef>
              <a:spcAft>
                <a:spcPts val="0"/>
              </a:spcAft>
              <a:buClr>
                <a:srgbClr val="3F3F3F"/>
              </a:buClr>
              <a:buSzPts val="2400"/>
              <a:buChar char="◦"/>
              <a:defRPr sz="2400">
                <a:latin typeface="Arial"/>
                <a:ea typeface="Arial"/>
                <a:cs typeface="Arial"/>
                <a:sym typeface="Arial"/>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Tree>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72"/>
        <p:cNvGrpSpPr/>
        <p:nvPr/>
      </p:nvGrpSpPr>
      <p:grpSpPr>
        <a:xfrm>
          <a:off x="0" y="0"/>
          <a:ext cx="0" cy="0"/>
          <a:chOff x="0" y="0"/>
          <a:chExt cx="0" cy="0"/>
        </a:xfrm>
      </p:grpSpPr>
      <p:sp>
        <p:nvSpPr>
          <p:cNvPr id="73" name="Google Shape;73;p38"/>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8"/>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262626"/>
              </a:buClr>
              <a:buSzPts val="8000"/>
              <a:buFont typeface="Geo"/>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38"/>
          <p:cNvSpPr txBox="1">
            <a:spLocks noGrp="1"/>
          </p:cNvSpPr>
          <p:nvPr>
            <p:ph type="subTitle" idx="1"/>
          </p:nvPr>
        </p:nvSpPr>
        <p:spPr>
          <a:xfrm>
            <a:off x="1100051" y="4645152"/>
            <a:ext cx="10058400" cy="1143000"/>
          </a:xfrm>
          <a:prstGeom prst="rect">
            <a:avLst/>
          </a:prstGeom>
          <a:noFill/>
          <a:ln>
            <a:noFill/>
          </a:ln>
        </p:spPr>
        <p:txBody>
          <a:bodyPr spcFirstLastPara="1" wrap="square" lIns="91425" tIns="45700" rIns="91425" bIns="45700" anchor="t" anchorCtr="0">
            <a:normAutofit/>
          </a:bodyPr>
          <a:lstStyle>
            <a:lvl1pPr lvl="0" algn="l">
              <a:lnSpc>
                <a:spcPct val="110000"/>
              </a:lnSpc>
              <a:spcBef>
                <a:spcPts val="1200"/>
              </a:spcBef>
              <a:spcAft>
                <a:spcPts val="0"/>
              </a:spcAft>
              <a:buSzPts val="2400"/>
              <a:buNone/>
              <a:defRPr sz="2400" cap="none">
                <a:solidFill>
                  <a:schemeClr val="dk1"/>
                </a:solidFill>
                <a:latin typeface="Arial"/>
                <a:ea typeface="Arial"/>
                <a:cs typeface="Arial"/>
                <a:sym typeface="Arial"/>
              </a:defRPr>
            </a:lvl1pPr>
            <a:lvl2pPr lvl="1" algn="ctr">
              <a:lnSpc>
                <a:spcPct val="100000"/>
              </a:lnSpc>
              <a:spcBef>
                <a:spcPts val="200"/>
              </a:spcBef>
              <a:spcAft>
                <a:spcPts val="0"/>
              </a:spcAft>
              <a:buClr>
                <a:srgbClr val="3F3F3F"/>
              </a:buClr>
              <a:buSzPts val="2400"/>
              <a:buNone/>
              <a:defRPr sz="2400"/>
            </a:lvl2pPr>
            <a:lvl3pPr lvl="2" algn="ctr">
              <a:lnSpc>
                <a:spcPct val="100000"/>
              </a:lnSpc>
              <a:spcBef>
                <a:spcPts val="400"/>
              </a:spcBef>
              <a:spcAft>
                <a:spcPts val="0"/>
              </a:spcAft>
              <a:buClr>
                <a:srgbClr val="3F3F3F"/>
              </a:buClr>
              <a:buSzPts val="2400"/>
              <a:buNone/>
              <a:defRPr sz="2400"/>
            </a:lvl3pPr>
            <a:lvl4pPr lvl="3" algn="ctr">
              <a:lnSpc>
                <a:spcPct val="100000"/>
              </a:lnSpc>
              <a:spcBef>
                <a:spcPts val="400"/>
              </a:spcBef>
              <a:spcAft>
                <a:spcPts val="0"/>
              </a:spcAft>
              <a:buClr>
                <a:srgbClr val="3F3F3F"/>
              </a:buClr>
              <a:buSzPts val="2000"/>
              <a:buNone/>
              <a:defRPr sz="2000"/>
            </a:lvl4pPr>
            <a:lvl5pPr lvl="4" algn="ctr">
              <a:lnSpc>
                <a:spcPct val="100000"/>
              </a:lnSpc>
              <a:spcBef>
                <a:spcPts val="400"/>
              </a:spcBef>
              <a:spcAft>
                <a:spcPts val="0"/>
              </a:spcAft>
              <a:buClr>
                <a:srgbClr val="3F3F3F"/>
              </a:buClr>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cxnSp>
        <p:nvCxnSpPr>
          <p:cNvPr id="76" name="Google Shape;76;p38"/>
          <p:cNvCxnSpPr/>
          <p:nvPr/>
        </p:nvCxnSpPr>
        <p:spPr>
          <a:xfrm>
            <a:off x="1207658" y="4474741"/>
            <a:ext cx="9875520" cy="0"/>
          </a:xfrm>
          <a:prstGeom prst="straightConnector1">
            <a:avLst/>
          </a:prstGeom>
          <a:noFill/>
          <a:ln w="12700" cap="flat" cmpd="sng">
            <a:solidFill>
              <a:srgbClr val="3F3F3F"/>
            </a:solidFill>
            <a:prstDash val="solid"/>
            <a:round/>
            <a:headEnd type="none" w="sm" len="sm"/>
            <a:tailEnd type="none" w="sm" len="sm"/>
          </a:ln>
        </p:spPr>
      </p:cxnSp>
      <p:sp>
        <p:nvSpPr>
          <p:cNvPr id="77" name="Google Shape;77;p38"/>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8"/>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8"/>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80"/>
        <p:cNvGrpSpPr/>
        <p:nvPr/>
      </p:nvGrpSpPr>
      <p:grpSpPr>
        <a:xfrm>
          <a:off x="0" y="0"/>
          <a:ext cx="0" cy="0"/>
          <a:chOff x="0" y="0"/>
          <a:chExt cx="0" cy="0"/>
        </a:xfrm>
      </p:grpSpPr>
      <p:sp>
        <p:nvSpPr>
          <p:cNvPr id="81" name="Google Shape;81;p46"/>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46"/>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262626"/>
              </a:buClr>
              <a:buSzPts val="8000"/>
              <a:buFont typeface="Geo"/>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46"/>
          <p:cNvSpPr txBox="1">
            <a:spLocks noGrp="1"/>
          </p:cNvSpPr>
          <p:nvPr>
            <p:ph type="body" idx="1"/>
          </p:nvPr>
        </p:nvSpPr>
        <p:spPr>
          <a:xfrm>
            <a:off x="1097280" y="4663440"/>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200"/>
              </a:spcBef>
              <a:spcAft>
                <a:spcPts val="0"/>
              </a:spcAft>
              <a:buSzPts val="2400"/>
              <a:buNone/>
              <a:defRPr sz="2400" cap="none">
                <a:solidFill>
                  <a:schemeClr val="dk1"/>
                </a:solidFill>
                <a:latin typeface="Arial"/>
                <a:ea typeface="Arial"/>
                <a:cs typeface="Arial"/>
                <a:sym typeface="Arial"/>
              </a:defRPr>
            </a:lvl1pPr>
            <a:lvl2pPr marL="914400" lvl="1" indent="-228600" algn="l">
              <a:lnSpc>
                <a:spcPct val="100000"/>
              </a:lnSpc>
              <a:spcBef>
                <a:spcPts val="200"/>
              </a:spcBef>
              <a:spcAft>
                <a:spcPts val="0"/>
              </a:spcAft>
              <a:buClr>
                <a:srgbClr val="888888"/>
              </a:buClr>
              <a:buSzPts val="1800"/>
              <a:buNone/>
              <a:defRPr sz="1800">
                <a:solidFill>
                  <a:srgbClr val="888888"/>
                </a:solidFill>
              </a:defRPr>
            </a:lvl2pPr>
            <a:lvl3pPr marL="1371600" lvl="2" indent="-228600" algn="l">
              <a:lnSpc>
                <a:spcPct val="100000"/>
              </a:lnSpc>
              <a:spcBef>
                <a:spcPts val="400"/>
              </a:spcBef>
              <a:spcAft>
                <a:spcPts val="0"/>
              </a:spcAft>
              <a:buClr>
                <a:srgbClr val="888888"/>
              </a:buClr>
              <a:buSzPts val="1600"/>
              <a:buNone/>
              <a:defRPr sz="1600">
                <a:solidFill>
                  <a:srgbClr val="888888"/>
                </a:solidFill>
              </a:defRPr>
            </a:lvl3pPr>
            <a:lvl4pPr marL="1828800" lvl="3" indent="-228600" algn="l">
              <a:lnSpc>
                <a:spcPct val="100000"/>
              </a:lnSpc>
              <a:spcBef>
                <a:spcPts val="400"/>
              </a:spcBef>
              <a:spcAft>
                <a:spcPts val="0"/>
              </a:spcAft>
              <a:buClr>
                <a:srgbClr val="888888"/>
              </a:buClr>
              <a:buSzPts val="1400"/>
              <a:buNone/>
              <a:defRPr sz="1400">
                <a:solidFill>
                  <a:srgbClr val="888888"/>
                </a:solidFill>
              </a:defRPr>
            </a:lvl4pPr>
            <a:lvl5pPr marL="2286000" lvl="4" indent="-228600" algn="l">
              <a:lnSpc>
                <a:spcPct val="100000"/>
              </a:lnSpc>
              <a:spcBef>
                <a:spcPts val="400"/>
              </a:spcBef>
              <a:spcAft>
                <a:spcPts val="0"/>
              </a:spcAft>
              <a:buClr>
                <a:srgbClr val="888888"/>
              </a:buClr>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cxnSp>
        <p:nvCxnSpPr>
          <p:cNvPr id="84" name="Google Shape;84;p46"/>
          <p:cNvCxnSpPr/>
          <p:nvPr/>
        </p:nvCxnSpPr>
        <p:spPr>
          <a:xfrm>
            <a:off x="1207658" y="4485132"/>
            <a:ext cx="9875520" cy="0"/>
          </a:xfrm>
          <a:prstGeom prst="straightConnector1">
            <a:avLst/>
          </a:prstGeom>
          <a:noFill/>
          <a:ln w="12700" cap="flat" cmpd="sng">
            <a:solidFill>
              <a:srgbClr val="3F3F3F"/>
            </a:solidFill>
            <a:prstDash val="solid"/>
            <a:round/>
            <a:headEnd type="none" w="sm" len="sm"/>
            <a:tailEnd type="none" w="sm" len="sm"/>
          </a:ln>
        </p:spPr>
      </p:cxnSp>
      <p:sp>
        <p:nvSpPr>
          <p:cNvPr id="85" name="Google Shape;85;p46"/>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46"/>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46"/>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8"/>
        <p:cNvGrpSpPr/>
        <p:nvPr/>
      </p:nvGrpSpPr>
      <p:grpSpPr>
        <a:xfrm>
          <a:off x="0" y="0"/>
          <a:ext cx="0" cy="0"/>
          <a:chOff x="0" y="0"/>
          <a:chExt cx="0" cy="0"/>
        </a:xfrm>
      </p:grpSpPr>
      <p:sp>
        <p:nvSpPr>
          <p:cNvPr id="89" name="Google Shape;89;p4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47"/>
          <p:cNvSpPr txBox="1">
            <a:spLocks noGrp="1"/>
          </p:cNvSpPr>
          <p:nvPr>
            <p:ph type="body" idx="1"/>
          </p:nvPr>
        </p:nvSpPr>
        <p:spPr>
          <a:xfrm>
            <a:off x="1097280" y="2057400"/>
            <a:ext cx="4639736"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110000"/>
              </a:lnSpc>
              <a:spcBef>
                <a:spcPts val="1200"/>
              </a:spcBef>
              <a:spcAft>
                <a:spcPts val="0"/>
              </a:spcAft>
              <a:buSzPts val="2000"/>
              <a:buNone/>
              <a:defRPr sz="2000" b="0" cap="none">
                <a:solidFill>
                  <a:schemeClr val="dk1"/>
                </a:solidFill>
              </a:defRPr>
            </a:lvl1pPr>
            <a:lvl2pPr marL="914400" lvl="1" indent="-228600" algn="l">
              <a:lnSpc>
                <a:spcPct val="100000"/>
              </a:lnSpc>
              <a:spcBef>
                <a:spcPts val="200"/>
              </a:spcBef>
              <a:spcAft>
                <a:spcPts val="0"/>
              </a:spcAft>
              <a:buClr>
                <a:srgbClr val="3F3F3F"/>
              </a:buClr>
              <a:buSzPts val="2000"/>
              <a:buNone/>
              <a:defRPr sz="2000" b="1"/>
            </a:lvl2pPr>
            <a:lvl3pPr marL="1371600" lvl="2" indent="-228600" algn="l">
              <a:lnSpc>
                <a:spcPct val="100000"/>
              </a:lnSpc>
              <a:spcBef>
                <a:spcPts val="400"/>
              </a:spcBef>
              <a:spcAft>
                <a:spcPts val="0"/>
              </a:spcAft>
              <a:buClr>
                <a:srgbClr val="3F3F3F"/>
              </a:buClr>
              <a:buSzPts val="1800"/>
              <a:buNone/>
              <a:defRPr sz="1800" b="1"/>
            </a:lvl3pPr>
            <a:lvl4pPr marL="1828800" lvl="3" indent="-228600" algn="l">
              <a:lnSpc>
                <a:spcPct val="100000"/>
              </a:lnSpc>
              <a:spcBef>
                <a:spcPts val="400"/>
              </a:spcBef>
              <a:spcAft>
                <a:spcPts val="0"/>
              </a:spcAft>
              <a:buClr>
                <a:srgbClr val="3F3F3F"/>
              </a:buClr>
              <a:buSzPts val="1600"/>
              <a:buNone/>
              <a:defRPr sz="1600" b="1"/>
            </a:lvl4pPr>
            <a:lvl5pPr marL="2286000" lvl="4" indent="-228600" algn="l">
              <a:lnSpc>
                <a:spcPct val="100000"/>
              </a:lnSpc>
              <a:spcBef>
                <a:spcPts val="400"/>
              </a:spcBef>
              <a:spcAft>
                <a:spcPts val="0"/>
              </a:spcAft>
              <a:buClr>
                <a:srgbClr val="3F3F3F"/>
              </a:buClr>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91" name="Google Shape;91;p47"/>
          <p:cNvSpPr txBox="1">
            <a:spLocks noGrp="1"/>
          </p:cNvSpPr>
          <p:nvPr>
            <p:ph type="body" idx="2"/>
          </p:nvPr>
        </p:nvSpPr>
        <p:spPr>
          <a:xfrm>
            <a:off x="1097280" y="2958274"/>
            <a:ext cx="4639736" cy="2910821"/>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2" name="Google Shape;92;p47"/>
          <p:cNvSpPr txBox="1">
            <a:spLocks noGrp="1"/>
          </p:cNvSpPr>
          <p:nvPr>
            <p:ph type="body" idx="3"/>
          </p:nvPr>
        </p:nvSpPr>
        <p:spPr>
          <a:xfrm>
            <a:off x="6515944" y="2057400"/>
            <a:ext cx="4639736"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110000"/>
              </a:lnSpc>
              <a:spcBef>
                <a:spcPts val="1200"/>
              </a:spcBef>
              <a:spcAft>
                <a:spcPts val="0"/>
              </a:spcAft>
              <a:buSzPts val="2000"/>
              <a:buNone/>
              <a:defRPr sz="2000" b="0" cap="none">
                <a:solidFill>
                  <a:schemeClr val="dk1"/>
                </a:solidFill>
              </a:defRPr>
            </a:lvl1pPr>
            <a:lvl2pPr marL="914400" lvl="1" indent="-228600" algn="l">
              <a:lnSpc>
                <a:spcPct val="100000"/>
              </a:lnSpc>
              <a:spcBef>
                <a:spcPts val="200"/>
              </a:spcBef>
              <a:spcAft>
                <a:spcPts val="0"/>
              </a:spcAft>
              <a:buClr>
                <a:srgbClr val="3F3F3F"/>
              </a:buClr>
              <a:buSzPts val="2000"/>
              <a:buNone/>
              <a:defRPr sz="2000" b="1"/>
            </a:lvl2pPr>
            <a:lvl3pPr marL="1371600" lvl="2" indent="-228600" algn="l">
              <a:lnSpc>
                <a:spcPct val="100000"/>
              </a:lnSpc>
              <a:spcBef>
                <a:spcPts val="400"/>
              </a:spcBef>
              <a:spcAft>
                <a:spcPts val="0"/>
              </a:spcAft>
              <a:buClr>
                <a:srgbClr val="3F3F3F"/>
              </a:buClr>
              <a:buSzPts val="1800"/>
              <a:buNone/>
              <a:defRPr sz="1800" b="1"/>
            </a:lvl3pPr>
            <a:lvl4pPr marL="1828800" lvl="3" indent="-228600" algn="l">
              <a:lnSpc>
                <a:spcPct val="100000"/>
              </a:lnSpc>
              <a:spcBef>
                <a:spcPts val="400"/>
              </a:spcBef>
              <a:spcAft>
                <a:spcPts val="0"/>
              </a:spcAft>
              <a:buClr>
                <a:srgbClr val="3F3F3F"/>
              </a:buClr>
              <a:buSzPts val="1600"/>
              <a:buNone/>
              <a:defRPr sz="1600" b="1"/>
            </a:lvl4pPr>
            <a:lvl5pPr marL="2286000" lvl="4" indent="-228600" algn="l">
              <a:lnSpc>
                <a:spcPct val="100000"/>
              </a:lnSpc>
              <a:spcBef>
                <a:spcPts val="400"/>
              </a:spcBef>
              <a:spcAft>
                <a:spcPts val="0"/>
              </a:spcAft>
              <a:buClr>
                <a:srgbClr val="3F3F3F"/>
              </a:buClr>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93" name="Google Shape;93;p47"/>
          <p:cNvSpPr txBox="1">
            <a:spLocks noGrp="1"/>
          </p:cNvSpPr>
          <p:nvPr>
            <p:ph type="body" idx="4"/>
          </p:nvPr>
        </p:nvSpPr>
        <p:spPr>
          <a:xfrm>
            <a:off x="6515944" y="2958273"/>
            <a:ext cx="4639736" cy="2910821"/>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4" name="Google Shape;94;p47"/>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7"/>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47"/>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7"/>
        <p:cNvGrpSpPr/>
        <p:nvPr/>
      </p:nvGrpSpPr>
      <p:grpSpPr>
        <a:xfrm>
          <a:off x="0" y="0"/>
          <a:ext cx="0" cy="0"/>
          <a:chOff x="0" y="0"/>
          <a:chExt cx="0" cy="0"/>
        </a:xfrm>
      </p:grpSpPr>
      <p:sp>
        <p:nvSpPr>
          <p:cNvPr id="98" name="Google Shape;98;p4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48"/>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48"/>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48"/>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02"/>
        <p:cNvGrpSpPr/>
        <p:nvPr/>
      </p:nvGrpSpPr>
      <p:grpSpPr>
        <a:xfrm>
          <a:off x="0" y="0"/>
          <a:ext cx="0" cy="0"/>
          <a:chOff x="0" y="0"/>
          <a:chExt cx="0" cy="0"/>
        </a:xfrm>
      </p:grpSpPr>
      <p:sp>
        <p:nvSpPr>
          <p:cNvPr id="103" name="Google Shape;103;p49"/>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49"/>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49"/>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49"/>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107"/>
        <p:cNvGrpSpPr/>
        <p:nvPr/>
      </p:nvGrpSpPr>
      <p:grpSpPr>
        <a:xfrm>
          <a:off x="0" y="0"/>
          <a:ext cx="0" cy="0"/>
          <a:chOff x="0" y="0"/>
          <a:chExt cx="0" cy="0"/>
        </a:xfrm>
      </p:grpSpPr>
      <p:sp>
        <p:nvSpPr>
          <p:cNvPr id="108" name="Google Shape;108;p50"/>
          <p:cNvSpPr/>
          <p:nvPr/>
        </p:nvSpPr>
        <p:spPr>
          <a:xfrm>
            <a:off x="16" y="0"/>
            <a:ext cx="4654296" cy="6858000"/>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0"/>
          <p:cNvSpPr txBox="1">
            <a:spLocks noGrp="1"/>
          </p:cNvSpPr>
          <p:nvPr>
            <p:ph type="title"/>
          </p:nvPr>
        </p:nvSpPr>
        <p:spPr>
          <a:xfrm>
            <a:off x="643466" y="786383"/>
            <a:ext cx="3517567" cy="2093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FFFF"/>
              </a:buClr>
              <a:buSzPts val="3600"/>
              <a:buFont typeface="Geo"/>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50"/>
          <p:cNvSpPr txBox="1">
            <a:spLocks noGrp="1"/>
          </p:cNvSpPr>
          <p:nvPr>
            <p:ph type="body" idx="1"/>
          </p:nvPr>
        </p:nvSpPr>
        <p:spPr>
          <a:xfrm>
            <a:off x="5458984" y="812799"/>
            <a:ext cx="5928344" cy="5294757"/>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11" name="Google Shape;111;p50"/>
          <p:cNvSpPr txBox="1">
            <a:spLocks noGrp="1"/>
          </p:cNvSpPr>
          <p:nvPr>
            <p:ph type="body" idx="2"/>
          </p:nvPr>
        </p:nvSpPr>
        <p:spPr>
          <a:xfrm>
            <a:off x="643465" y="3043050"/>
            <a:ext cx="3517567" cy="3064505"/>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200"/>
              </a:spcBef>
              <a:spcAft>
                <a:spcPts val="0"/>
              </a:spcAft>
              <a:buSzPts val="1800"/>
              <a:buNone/>
              <a:defRPr sz="1800">
                <a:solidFill>
                  <a:srgbClr val="FFFFFF"/>
                </a:solidFill>
              </a:defRPr>
            </a:lvl1pPr>
            <a:lvl2pPr marL="914400" lvl="1" indent="-228600" algn="l">
              <a:lnSpc>
                <a:spcPct val="100000"/>
              </a:lnSpc>
              <a:spcBef>
                <a:spcPts val="200"/>
              </a:spcBef>
              <a:spcAft>
                <a:spcPts val="0"/>
              </a:spcAft>
              <a:buClr>
                <a:srgbClr val="3F3F3F"/>
              </a:buClr>
              <a:buSzPts val="1200"/>
              <a:buNone/>
              <a:defRPr sz="1200"/>
            </a:lvl2pPr>
            <a:lvl3pPr marL="1371600" lvl="2" indent="-228600" algn="l">
              <a:lnSpc>
                <a:spcPct val="100000"/>
              </a:lnSpc>
              <a:spcBef>
                <a:spcPts val="400"/>
              </a:spcBef>
              <a:spcAft>
                <a:spcPts val="0"/>
              </a:spcAft>
              <a:buClr>
                <a:srgbClr val="3F3F3F"/>
              </a:buClr>
              <a:buSzPts val="1000"/>
              <a:buNone/>
              <a:defRPr sz="1000"/>
            </a:lvl3pPr>
            <a:lvl4pPr marL="1828800" lvl="3" indent="-228600" algn="l">
              <a:lnSpc>
                <a:spcPct val="100000"/>
              </a:lnSpc>
              <a:spcBef>
                <a:spcPts val="400"/>
              </a:spcBef>
              <a:spcAft>
                <a:spcPts val="0"/>
              </a:spcAft>
              <a:buClr>
                <a:srgbClr val="3F3F3F"/>
              </a:buClr>
              <a:buSzPts val="900"/>
              <a:buNone/>
              <a:defRPr sz="900"/>
            </a:lvl4pPr>
            <a:lvl5pPr marL="2286000" lvl="4" indent="-228600" algn="l">
              <a:lnSpc>
                <a:spcPct val="100000"/>
              </a:lnSpc>
              <a:spcBef>
                <a:spcPts val="400"/>
              </a:spcBef>
              <a:spcAft>
                <a:spcPts val="0"/>
              </a:spcAft>
              <a:buClr>
                <a:srgbClr val="3F3F3F"/>
              </a:buClr>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112" name="Google Shape;112;p50"/>
          <p:cNvSpPr txBox="1">
            <a:spLocks noGrp="1"/>
          </p:cNvSpPr>
          <p:nvPr>
            <p:ph type="dt" idx="10"/>
          </p:nvPr>
        </p:nvSpPr>
        <p:spPr>
          <a:xfrm>
            <a:off x="643464" y="6446520"/>
            <a:ext cx="351756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50"/>
          <p:cNvSpPr txBox="1">
            <a:spLocks noGrp="1"/>
          </p:cNvSpPr>
          <p:nvPr>
            <p:ph type="ftr" idx="11"/>
          </p:nvPr>
        </p:nvSpPr>
        <p:spPr>
          <a:xfrm>
            <a:off x="5458983" y="6446520"/>
            <a:ext cx="533401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50"/>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900">
                <a:solidFill>
                  <a:schemeClr val="dk2"/>
                </a:solidFill>
                <a:latin typeface="Arial"/>
                <a:ea typeface="Arial"/>
                <a:cs typeface="Arial"/>
                <a:sym typeface="Arial"/>
              </a:defRPr>
            </a:lvl1pPr>
            <a:lvl2pPr marL="0" lvl="1" indent="0" algn="l">
              <a:spcBef>
                <a:spcPts val="0"/>
              </a:spcBef>
              <a:buNone/>
              <a:defRPr sz="900">
                <a:solidFill>
                  <a:schemeClr val="dk2"/>
                </a:solidFill>
                <a:latin typeface="Arial"/>
                <a:ea typeface="Arial"/>
                <a:cs typeface="Arial"/>
                <a:sym typeface="Arial"/>
              </a:defRPr>
            </a:lvl2pPr>
            <a:lvl3pPr marL="0" lvl="2" indent="0" algn="l">
              <a:spcBef>
                <a:spcPts val="0"/>
              </a:spcBef>
              <a:buNone/>
              <a:defRPr sz="900">
                <a:solidFill>
                  <a:schemeClr val="dk2"/>
                </a:solidFill>
                <a:latin typeface="Arial"/>
                <a:ea typeface="Arial"/>
                <a:cs typeface="Arial"/>
                <a:sym typeface="Arial"/>
              </a:defRPr>
            </a:lvl3pPr>
            <a:lvl4pPr marL="0" lvl="3" indent="0" algn="l">
              <a:spcBef>
                <a:spcPts val="0"/>
              </a:spcBef>
              <a:buNone/>
              <a:defRPr sz="900">
                <a:solidFill>
                  <a:schemeClr val="dk2"/>
                </a:solidFill>
                <a:latin typeface="Arial"/>
                <a:ea typeface="Arial"/>
                <a:cs typeface="Arial"/>
                <a:sym typeface="Arial"/>
              </a:defRPr>
            </a:lvl4pPr>
            <a:lvl5pPr marL="0" lvl="4" indent="0" algn="l">
              <a:spcBef>
                <a:spcPts val="0"/>
              </a:spcBef>
              <a:buNone/>
              <a:defRPr sz="900">
                <a:solidFill>
                  <a:schemeClr val="dk2"/>
                </a:solidFill>
                <a:latin typeface="Arial"/>
                <a:ea typeface="Arial"/>
                <a:cs typeface="Arial"/>
                <a:sym typeface="Arial"/>
              </a:defRPr>
            </a:lvl5pPr>
            <a:lvl6pPr marL="0" lvl="5" indent="0" algn="l">
              <a:spcBef>
                <a:spcPts val="0"/>
              </a:spcBef>
              <a:buNone/>
              <a:defRPr sz="900">
                <a:solidFill>
                  <a:schemeClr val="dk2"/>
                </a:solidFill>
                <a:latin typeface="Arial"/>
                <a:ea typeface="Arial"/>
                <a:cs typeface="Arial"/>
                <a:sym typeface="Arial"/>
              </a:defRPr>
            </a:lvl6pPr>
            <a:lvl7pPr marL="0" lvl="6" indent="0" algn="l">
              <a:spcBef>
                <a:spcPts val="0"/>
              </a:spcBef>
              <a:buNone/>
              <a:defRPr sz="900">
                <a:solidFill>
                  <a:schemeClr val="dk2"/>
                </a:solidFill>
                <a:latin typeface="Arial"/>
                <a:ea typeface="Arial"/>
                <a:cs typeface="Arial"/>
                <a:sym typeface="Arial"/>
              </a:defRPr>
            </a:lvl7pPr>
            <a:lvl8pPr marL="0" lvl="7" indent="0" algn="l">
              <a:spcBef>
                <a:spcPts val="0"/>
              </a:spcBef>
              <a:buNone/>
              <a:defRPr sz="900">
                <a:solidFill>
                  <a:schemeClr val="dk2"/>
                </a:solidFill>
                <a:latin typeface="Arial"/>
                <a:ea typeface="Arial"/>
                <a:cs typeface="Arial"/>
                <a:sym typeface="Arial"/>
              </a:defRPr>
            </a:lvl8pPr>
            <a:lvl9pPr marL="0" lvl="8" indent="0" algn="l">
              <a:spcBef>
                <a:spcPts val="0"/>
              </a:spcBef>
              <a:buNone/>
              <a:defRPr sz="900">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115"/>
        <p:cNvGrpSpPr/>
        <p:nvPr/>
      </p:nvGrpSpPr>
      <p:grpSpPr>
        <a:xfrm>
          <a:off x="0" y="0"/>
          <a:ext cx="0" cy="0"/>
          <a:chOff x="0" y="0"/>
          <a:chExt cx="0" cy="0"/>
        </a:xfrm>
      </p:grpSpPr>
      <p:sp>
        <p:nvSpPr>
          <p:cNvPr id="116" name="Google Shape;116;p51"/>
          <p:cNvSpPr/>
          <p:nvPr/>
        </p:nvSpPr>
        <p:spPr>
          <a:xfrm>
            <a:off x="0" y="4578350"/>
            <a:ext cx="12188825" cy="2279650"/>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1"/>
          <p:cNvSpPr>
            <a:spLocks noGrp="1"/>
          </p:cNvSpPr>
          <p:nvPr>
            <p:ph type="pic" idx="2"/>
          </p:nvPr>
        </p:nvSpPr>
        <p:spPr>
          <a:xfrm>
            <a:off x="15" y="0"/>
            <a:ext cx="12191985" cy="4578350"/>
          </a:xfrm>
          <a:prstGeom prst="rect">
            <a:avLst/>
          </a:prstGeom>
          <a:solidFill>
            <a:srgbClr val="D8D8D8"/>
          </a:solidFill>
          <a:ln>
            <a:noFill/>
          </a:ln>
        </p:spPr>
      </p:sp>
      <p:sp>
        <p:nvSpPr>
          <p:cNvPr id="118" name="Google Shape;118;p51"/>
          <p:cNvSpPr txBox="1">
            <a:spLocks noGrp="1"/>
          </p:cNvSpPr>
          <p:nvPr>
            <p:ph type="title"/>
          </p:nvPr>
        </p:nvSpPr>
        <p:spPr>
          <a:xfrm>
            <a:off x="1097279" y="4799362"/>
            <a:ext cx="10113645" cy="743682"/>
          </a:xfrm>
          <a:prstGeom prst="rect">
            <a:avLst/>
          </a:prstGeom>
          <a:noFill/>
          <a:ln>
            <a:noFill/>
          </a:ln>
        </p:spPr>
        <p:txBody>
          <a:bodyPr spcFirstLastPara="1" wrap="square" lIns="91425" tIns="0" rIns="91425" bIns="0" anchor="b" anchorCtr="0">
            <a:noAutofit/>
          </a:bodyPr>
          <a:lstStyle>
            <a:lvl1pPr lvl="0" algn="l">
              <a:lnSpc>
                <a:spcPct val="90000"/>
              </a:lnSpc>
              <a:spcBef>
                <a:spcPts val="0"/>
              </a:spcBef>
              <a:spcAft>
                <a:spcPts val="0"/>
              </a:spcAft>
              <a:buClr>
                <a:srgbClr val="FFFFFF"/>
              </a:buClr>
              <a:buSzPts val="3600"/>
              <a:buFont typeface="Geo"/>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51"/>
          <p:cNvSpPr txBox="1">
            <a:spLocks noGrp="1"/>
          </p:cNvSpPr>
          <p:nvPr>
            <p:ph type="body" idx="1"/>
          </p:nvPr>
        </p:nvSpPr>
        <p:spPr>
          <a:xfrm>
            <a:off x="1097279" y="5715000"/>
            <a:ext cx="10113264" cy="609600"/>
          </a:xfrm>
          <a:prstGeom prst="rect">
            <a:avLst/>
          </a:prstGeom>
          <a:noFill/>
          <a:ln>
            <a:noFill/>
          </a:ln>
        </p:spPr>
        <p:txBody>
          <a:bodyPr spcFirstLastPara="1" wrap="square" lIns="91425" tIns="0" rIns="91425" bIns="0" anchor="t" anchorCtr="0">
            <a:normAutofit/>
          </a:bodyPr>
          <a:lstStyle>
            <a:lvl1pPr marL="457200" lvl="0" indent="-228600" algn="l">
              <a:lnSpc>
                <a:spcPct val="110000"/>
              </a:lnSpc>
              <a:spcBef>
                <a:spcPts val="0"/>
              </a:spcBef>
              <a:spcAft>
                <a:spcPts val="0"/>
              </a:spcAft>
              <a:buSzPts val="1800"/>
              <a:buNone/>
              <a:defRPr sz="1800">
                <a:solidFill>
                  <a:srgbClr val="FFFFFF"/>
                </a:solidFill>
              </a:defRPr>
            </a:lvl1pPr>
            <a:lvl2pPr marL="914400" lvl="1" indent="-228600" algn="l">
              <a:lnSpc>
                <a:spcPct val="100000"/>
              </a:lnSpc>
              <a:spcBef>
                <a:spcPts val="600"/>
              </a:spcBef>
              <a:spcAft>
                <a:spcPts val="0"/>
              </a:spcAft>
              <a:buClr>
                <a:srgbClr val="3F3F3F"/>
              </a:buClr>
              <a:buSzPts val="1200"/>
              <a:buNone/>
              <a:defRPr sz="1200"/>
            </a:lvl2pPr>
            <a:lvl3pPr marL="1371600" lvl="2" indent="-228600" algn="l">
              <a:lnSpc>
                <a:spcPct val="100000"/>
              </a:lnSpc>
              <a:spcBef>
                <a:spcPts val="400"/>
              </a:spcBef>
              <a:spcAft>
                <a:spcPts val="0"/>
              </a:spcAft>
              <a:buClr>
                <a:srgbClr val="3F3F3F"/>
              </a:buClr>
              <a:buSzPts val="1000"/>
              <a:buNone/>
              <a:defRPr sz="1000"/>
            </a:lvl3pPr>
            <a:lvl4pPr marL="1828800" lvl="3" indent="-228600" algn="l">
              <a:lnSpc>
                <a:spcPct val="100000"/>
              </a:lnSpc>
              <a:spcBef>
                <a:spcPts val="400"/>
              </a:spcBef>
              <a:spcAft>
                <a:spcPts val="0"/>
              </a:spcAft>
              <a:buClr>
                <a:srgbClr val="3F3F3F"/>
              </a:buClr>
              <a:buSzPts val="900"/>
              <a:buNone/>
              <a:defRPr sz="900"/>
            </a:lvl4pPr>
            <a:lvl5pPr marL="2286000" lvl="4" indent="-228600" algn="l">
              <a:lnSpc>
                <a:spcPct val="100000"/>
              </a:lnSpc>
              <a:spcBef>
                <a:spcPts val="400"/>
              </a:spcBef>
              <a:spcAft>
                <a:spcPts val="0"/>
              </a:spcAft>
              <a:buClr>
                <a:srgbClr val="3F3F3F"/>
              </a:buClr>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120" name="Google Shape;120;p51"/>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51"/>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51"/>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7"/>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3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rgbClr val="3F3F3F"/>
              </a:buClr>
              <a:buSzPts val="4600"/>
              <a:buFont typeface="Geo"/>
              <a:buNone/>
              <a:defRPr sz="4600" b="0" i="0" u="none" strike="noStrike" cap="none">
                <a:solidFill>
                  <a:srgbClr val="3F3F3F"/>
                </a:solidFill>
                <a:latin typeface="Geo"/>
                <a:ea typeface="Geo"/>
                <a:cs typeface="Geo"/>
                <a:sym typeface="Ge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37"/>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lvl1pPr marL="457200" marR="0" lvl="0" indent="-355600" algn="l" rtl="0">
              <a:lnSpc>
                <a:spcPct val="110000"/>
              </a:lnSpc>
              <a:spcBef>
                <a:spcPts val="1200"/>
              </a:spcBef>
              <a:spcAft>
                <a:spcPts val="0"/>
              </a:spcAft>
              <a:buClr>
                <a:schemeClr val="accent1"/>
              </a:buClr>
              <a:buSzPts val="2000"/>
              <a:buFont typeface="Calibri"/>
              <a:buChar char=" "/>
              <a:defRPr sz="2000" b="0" i="0" u="none" strike="noStrike" cap="none">
                <a:solidFill>
                  <a:srgbClr val="3F3F3F"/>
                </a:solidFill>
                <a:latin typeface="Arial"/>
                <a:ea typeface="Arial"/>
                <a:cs typeface="Arial"/>
                <a:sym typeface="Arial"/>
              </a:defRPr>
            </a:lvl1pPr>
            <a:lvl2pPr marL="914400" marR="0" lvl="1" indent="-342900" algn="l" rtl="0">
              <a:lnSpc>
                <a:spcPct val="100000"/>
              </a:lnSpc>
              <a:spcBef>
                <a:spcPts val="200"/>
              </a:spcBef>
              <a:spcAft>
                <a:spcPts val="0"/>
              </a:spcAft>
              <a:buClr>
                <a:srgbClr val="3F3F3F"/>
              </a:buClr>
              <a:buSzPts val="1800"/>
              <a:buFont typeface="Calibri"/>
              <a:buChar char="◦"/>
              <a:defRPr sz="1800" b="0" i="0" u="none" strike="noStrike" cap="none">
                <a:solidFill>
                  <a:srgbClr val="3F3F3F"/>
                </a:solidFill>
                <a:latin typeface="Arial"/>
                <a:ea typeface="Arial"/>
                <a:cs typeface="Arial"/>
                <a:sym typeface="Arial"/>
              </a:defRPr>
            </a:lvl2pPr>
            <a:lvl3pPr marL="1371600" marR="0" lvl="2" indent="-317500" algn="l" rtl="0">
              <a:lnSpc>
                <a:spcPct val="100000"/>
              </a:lnSpc>
              <a:spcBef>
                <a:spcPts val="400"/>
              </a:spcBef>
              <a:spcAft>
                <a:spcPts val="0"/>
              </a:spcAft>
              <a:buClr>
                <a:srgbClr val="3F3F3F"/>
              </a:buClr>
              <a:buSzPts val="1400"/>
              <a:buFont typeface="Calibri"/>
              <a:buChar char="◦"/>
              <a:defRPr sz="1400" b="0" i="0" u="none" strike="noStrike" cap="none">
                <a:solidFill>
                  <a:srgbClr val="3F3F3F"/>
                </a:solidFill>
                <a:latin typeface="Arial"/>
                <a:ea typeface="Arial"/>
                <a:cs typeface="Arial"/>
                <a:sym typeface="Arial"/>
              </a:defRPr>
            </a:lvl3pPr>
            <a:lvl4pPr marL="1828800" marR="0" lvl="3" indent="-317500" algn="l" rtl="0">
              <a:lnSpc>
                <a:spcPct val="100000"/>
              </a:lnSpc>
              <a:spcBef>
                <a:spcPts val="400"/>
              </a:spcBef>
              <a:spcAft>
                <a:spcPts val="0"/>
              </a:spcAft>
              <a:buClr>
                <a:srgbClr val="3F3F3F"/>
              </a:buClr>
              <a:buSzPts val="1400"/>
              <a:buFont typeface="Calibri"/>
              <a:buChar char="◦"/>
              <a:defRPr sz="1400" b="0" i="0" u="none" strike="noStrike" cap="none">
                <a:solidFill>
                  <a:srgbClr val="3F3F3F"/>
                </a:solidFill>
                <a:latin typeface="Arial"/>
                <a:ea typeface="Arial"/>
                <a:cs typeface="Arial"/>
                <a:sym typeface="Arial"/>
              </a:defRPr>
            </a:lvl4pPr>
            <a:lvl5pPr marL="2286000" marR="0" lvl="4" indent="-317500" algn="l" rtl="0">
              <a:lnSpc>
                <a:spcPct val="100000"/>
              </a:lnSpc>
              <a:spcBef>
                <a:spcPts val="400"/>
              </a:spcBef>
              <a:spcAft>
                <a:spcPts val="0"/>
              </a:spcAft>
              <a:buClr>
                <a:srgbClr val="3F3F3F"/>
              </a:buClr>
              <a:buSzPts val="1400"/>
              <a:buFont typeface="Calibri"/>
              <a:buChar char="◦"/>
              <a:defRPr sz="1400" b="0" i="0" u="none" strike="noStrike" cap="none">
                <a:solidFill>
                  <a:srgbClr val="3F3F3F"/>
                </a:solidFill>
                <a:latin typeface="Arial"/>
                <a:ea typeface="Arial"/>
                <a:cs typeface="Arial"/>
                <a:sym typeface="Arial"/>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Arial"/>
                <a:ea typeface="Arial"/>
                <a:cs typeface="Arial"/>
                <a:sym typeface="Arial"/>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Arial"/>
                <a:ea typeface="Arial"/>
                <a:cs typeface="Arial"/>
                <a:sym typeface="Arial"/>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Arial"/>
                <a:ea typeface="Arial"/>
                <a:cs typeface="Arial"/>
                <a:sym typeface="Arial"/>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Arial"/>
                <a:ea typeface="Arial"/>
                <a:cs typeface="Arial"/>
                <a:sym typeface="Arial"/>
              </a:defRPr>
            </a:lvl9pPr>
          </a:lstStyle>
          <a:p>
            <a:endParaRPr/>
          </a:p>
        </p:txBody>
      </p:sp>
      <p:sp>
        <p:nvSpPr>
          <p:cNvPr id="13" name="Google Shape;13;p37"/>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FFFFF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37"/>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5" name="Google Shape;15;p37"/>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900" b="0" i="0" u="none" strike="noStrike" cap="none">
                <a:solidFill>
                  <a:srgbClr val="FFFFFF"/>
                </a:solidFill>
                <a:latin typeface="Arial"/>
                <a:ea typeface="Arial"/>
                <a:cs typeface="Arial"/>
                <a:sym typeface="Arial"/>
              </a:defRPr>
            </a:lvl1pPr>
            <a:lvl2pPr marL="0" marR="0" lvl="1" indent="0" algn="l" rtl="0">
              <a:spcBef>
                <a:spcPts val="0"/>
              </a:spcBef>
              <a:buNone/>
              <a:defRPr sz="900" b="0" i="0" u="none" strike="noStrike" cap="none">
                <a:solidFill>
                  <a:srgbClr val="FFFFFF"/>
                </a:solidFill>
                <a:latin typeface="Arial"/>
                <a:ea typeface="Arial"/>
                <a:cs typeface="Arial"/>
                <a:sym typeface="Arial"/>
              </a:defRPr>
            </a:lvl2pPr>
            <a:lvl3pPr marL="0" marR="0" lvl="2" indent="0" algn="l" rtl="0">
              <a:spcBef>
                <a:spcPts val="0"/>
              </a:spcBef>
              <a:buNone/>
              <a:defRPr sz="900" b="0" i="0" u="none" strike="noStrike" cap="none">
                <a:solidFill>
                  <a:srgbClr val="FFFFFF"/>
                </a:solidFill>
                <a:latin typeface="Arial"/>
                <a:ea typeface="Arial"/>
                <a:cs typeface="Arial"/>
                <a:sym typeface="Arial"/>
              </a:defRPr>
            </a:lvl3pPr>
            <a:lvl4pPr marL="0" marR="0" lvl="3" indent="0" algn="l" rtl="0">
              <a:spcBef>
                <a:spcPts val="0"/>
              </a:spcBef>
              <a:buNone/>
              <a:defRPr sz="900" b="0" i="0" u="none" strike="noStrike" cap="none">
                <a:solidFill>
                  <a:srgbClr val="FFFFFF"/>
                </a:solidFill>
                <a:latin typeface="Arial"/>
                <a:ea typeface="Arial"/>
                <a:cs typeface="Arial"/>
                <a:sym typeface="Arial"/>
              </a:defRPr>
            </a:lvl4pPr>
            <a:lvl5pPr marL="0" marR="0" lvl="4" indent="0" algn="l" rtl="0">
              <a:spcBef>
                <a:spcPts val="0"/>
              </a:spcBef>
              <a:buNone/>
              <a:defRPr sz="900" b="0" i="0" u="none" strike="noStrike" cap="none">
                <a:solidFill>
                  <a:srgbClr val="FFFFFF"/>
                </a:solidFill>
                <a:latin typeface="Arial"/>
                <a:ea typeface="Arial"/>
                <a:cs typeface="Arial"/>
                <a:sym typeface="Arial"/>
              </a:defRPr>
            </a:lvl5pPr>
            <a:lvl6pPr marL="0" marR="0" lvl="5" indent="0" algn="l" rtl="0">
              <a:spcBef>
                <a:spcPts val="0"/>
              </a:spcBef>
              <a:buNone/>
              <a:defRPr sz="900" b="0" i="0" u="none" strike="noStrike" cap="none">
                <a:solidFill>
                  <a:srgbClr val="FFFFFF"/>
                </a:solidFill>
                <a:latin typeface="Arial"/>
                <a:ea typeface="Arial"/>
                <a:cs typeface="Arial"/>
                <a:sym typeface="Arial"/>
              </a:defRPr>
            </a:lvl6pPr>
            <a:lvl7pPr marL="0" marR="0" lvl="6" indent="0" algn="l" rtl="0">
              <a:spcBef>
                <a:spcPts val="0"/>
              </a:spcBef>
              <a:buNone/>
              <a:defRPr sz="900" b="0" i="0" u="none" strike="noStrike" cap="none">
                <a:solidFill>
                  <a:srgbClr val="FFFFFF"/>
                </a:solidFill>
                <a:latin typeface="Arial"/>
                <a:ea typeface="Arial"/>
                <a:cs typeface="Arial"/>
                <a:sym typeface="Arial"/>
              </a:defRPr>
            </a:lvl7pPr>
            <a:lvl8pPr marL="0" marR="0" lvl="7" indent="0" algn="l" rtl="0">
              <a:spcBef>
                <a:spcPts val="0"/>
              </a:spcBef>
              <a:buNone/>
              <a:defRPr sz="900" b="0" i="0" u="none" strike="noStrike" cap="none">
                <a:solidFill>
                  <a:srgbClr val="FFFFFF"/>
                </a:solidFill>
                <a:latin typeface="Arial"/>
                <a:ea typeface="Arial"/>
                <a:cs typeface="Arial"/>
                <a:sym typeface="Arial"/>
              </a:defRPr>
            </a:lvl8pPr>
            <a:lvl9pPr marL="0" marR="0" lvl="8" indent="0" algn="l" rtl="0">
              <a:spcBef>
                <a:spcPts val="0"/>
              </a:spcBef>
              <a:buNone/>
              <a:defRPr sz="9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cxnSp>
        <p:nvCxnSpPr>
          <p:cNvPr id="16" name="Google Shape;16;p37"/>
          <p:cNvCxnSpPr/>
          <p:nvPr/>
        </p:nvCxnSpPr>
        <p:spPr>
          <a:xfrm>
            <a:off x="1193532" y="1897380"/>
            <a:ext cx="9966960" cy="0"/>
          </a:xfrm>
          <a:prstGeom prst="straightConnector1">
            <a:avLst/>
          </a:prstGeom>
          <a:noFill/>
          <a:ln w="12700" cap="flat" cmpd="sng">
            <a:solidFill>
              <a:srgbClr val="3F3F3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
        <p:cNvGrpSpPr/>
        <p:nvPr/>
      </p:nvGrpSpPr>
      <p:grpSpPr>
        <a:xfrm>
          <a:off x="0" y="0"/>
          <a:ext cx="0" cy="0"/>
          <a:chOff x="0" y="0"/>
          <a:chExt cx="0" cy="0"/>
        </a:xfrm>
      </p:grpSpPr>
      <p:sp>
        <p:nvSpPr>
          <p:cNvPr id="32" name="Google Shape;32;p36"/>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rgbClr val="3F3F3F"/>
              </a:buClr>
              <a:buSzPts val="4600"/>
              <a:buFont typeface="Geo"/>
              <a:buNone/>
              <a:defRPr sz="4600" b="0" i="0" u="none" strike="noStrike" cap="none">
                <a:solidFill>
                  <a:srgbClr val="3F3F3F"/>
                </a:solidFill>
                <a:latin typeface="Geo"/>
                <a:ea typeface="Geo"/>
                <a:cs typeface="Geo"/>
                <a:sym typeface="Ge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 name="Google Shape;34;p36"/>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lvl1pPr marL="457200" marR="0" lvl="0" indent="-355600" algn="l" rtl="0">
              <a:lnSpc>
                <a:spcPct val="110000"/>
              </a:lnSpc>
              <a:spcBef>
                <a:spcPts val="1200"/>
              </a:spcBef>
              <a:spcAft>
                <a:spcPts val="0"/>
              </a:spcAft>
              <a:buClr>
                <a:schemeClr val="accent1"/>
              </a:buClr>
              <a:buSzPts val="2000"/>
              <a:buFont typeface="Calibri"/>
              <a:buChar char=" "/>
              <a:defRPr sz="2000" b="0" i="0" u="none" strike="noStrike" cap="none">
                <a:solidFill>
                  <a:srgbClr val="3F3F3F"/>
                </a:solidFill>
                <a:latin typeface="Arial"/>
                <a:ea typeface="Arial"/>
                <a:cs typeface="Arial"/>
                <a:sym typeface="Arial"/>
              </a:defRPr>
            </a:lvl1pPr>
            <a:lvl2pPr marL="914400" marR="0" lvl="1" indent="-342900" algn="l" rtl="0">
              <a:lnSpc>
                <a:spcPct val="100000"/>
              </a:lnSpc>
              <a:spcBef>
                <a:spcPts val="200"/>
              </a:spcBef>
              <a:spcAft>
                <a:spcPts val="0"/>
              </a:spcAft>
              <a:buClr>
                <a:srgbClr val="3F3F3F"/>
              </a:buClr>
              <a:buSzPts val="1800"/>
              <a:buFont typeface="Calibri"/>
              <a:buChar char="◦"/>
              <a:defRPr sz="1800" b="0" i="0" u="none" strike="noStrike" cap="none">
                <a:solidFill>
                  <a:srgbClr val="3F3F3F"/>
                </a:solidFill>
                <a:latin typeface="Arial"/>
                <a:ea typeface="Arial"/>
                <a:cs typeface="Arial"/>
                <a:sym typeface="Arial"/>
              </a:defRPr>
            </a:lvl2pPr>
            <a:lvl3pPr marL="1371600" marR="0" lvl="2" indent="-317500" algn="l" rtl="0">
              <a:lnSpc>
                <a:spcPct val="100000"/>
              </a:lnSpc>
              <a:spcBef>
                <a:spcPts val="400"/>
              </a:spcBef>
              <a:spcAft>
                <a:spcPts val="0"/>
              </a:spcAft>
              <a:buClr>
                <a:srgbClr val="3F3F3F"/>
              </a:buClr>
              <a:buSzPts val="1400"/>
              <a:buFont typeface="Calibri"/>
              <a:buChar char="◦"/>
              <a:defRPr sz="1400" b="0" i="0" u="none" strike="noStrike" cap="none">
                <a:solidFill>
                  <a:srgbClr val="3F3F3F"/>
                </a:solidFill>
                <a:latin typeface="Arial"/>
                <a:ea typeface="Arial"/>
                <a:cs typeface="Arial"/>
                <a:sym typeface="Arial"/>
              </a:defRPr>
            </a:lvl3pPr>
            <a:lvl4pPr marL="1828800" marR="0" lvl="3" indent="-317500" algn="l" rtl="0">
              <a:lnSpc>
                <a:spcPct val="100000"/>
              </a:lnSpc>
              <a:spcBef>
                <a:spcPts val="400"/>
              </a:spcBef>
              <a:spcAft>
                <a:spcPts val="0"/>
              </a:spcAft>
              <a:buClr>
                <a:srgbClr val="3F3F3F"/>
              </a:buClr>
              <a:buSzPts val="1400"/>
              <a:buFont typeface="Calibri"/>
              <a:buChar char="◦"/>
              <a:defRPr sz="1400" b="0" i="0" u="none" strike="noStrike" cap="none">
                <a:solidFill>
                  <a:srgbClr val="3F3F3F"/>
                </a:solidFill>
                <a:latin typeface="Arial"/>
                <a:ea typeface="Arial"/>
                <a:cs typeface="Arial"/>
                <a:sym typeface="Arial"/>
              </a:defRPr>
            </a:lvl4pPr>
            <a:lvl5pPr marL="2286000" marR="0" lvl="4" indent="-317500" algn="l" rtl="0">
              <a:lnSpc>
                <a:spcPct val="100000"/>
              </a:lnSpc>
              <a:spcBef>
                <a:spcPts val="400"/>
              </a:spcBef>
              <a:spcAft>
                <a:spcPts val="0"/>
              </a:spcAft>
              <a:buClr>
                <a:srgbClr val="3F3F3F"/>
              </a:buClr>
              <a:buSzPts val="1400"/>
              <a:buFont typeface="Calibri"/>
              <a:buChar char="◦"/>
              <a:defRPr sz="1400" b="0" i="0" u="none" strike="noStrike" cap="none">
                <a:solidFill>
                  <a:srgbClr val="3F3F3F"/>
                </a:solidFill>
                <a:latin typeface="Arial"/>
                <a:ea typeface="Arial"/>
                <a:cs typeface="Arial"/>
                <a:sym typeface="Arial"/>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Arial"/>
                <a:ea typeface="Arial"/>
                <a:cs typeface="Arial"/>
                <a:sym typeface="Arial"/>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Arial"/>
                <a:ea typeface="Arial"/>
                <a:cs typeface="Arial"/>
                <a:sym typeface="Arial"/>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Arial"/>
                <a:ea typeface="Arial"/>
                <a:cs typeface="Arial"/>
                <a:sym typeface="Arial"/>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Arial"/>
                <a:ea typeface="Arial"/>
                <a:cs typeface="Arial"/>
                <a:sym typeface="Arial"/>
              </a:defRPr>
            </a:lvl9pPr>
          </a:lstStyle>
          <a:p>
            <a:endParaRPr/>
          </a:p>
        </p:txBody>
      </p:sp>
      <p:sp>
        <p:nvSpPr>
          <p:cNvPr id="35" name="Google Shape;35;p36"/>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FFFFF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6" name="Google Shape;36;p36"/>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7" name="Google Shape;37;p36"/>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900" b="0" i="0" u="none" strike="noStrike" cap="none">
                <a:solidFill>
                  <a:srgbClr val="FFFFFF"/>
                </a:solidFill>
                <a:latin typeface="Arial"/>
                <a:ea typeface="Arial"/>
                <a:cs typeface="Arial"/>
                <a:sym typeface="Arial"/>
              </a:defRPr>
            </a:lvl1pPr>
            <a:lvl2pPr marL="0" marR="0" lvl="1" indent="0" algn="l" rtl="0">
              <a:spcBef>
                <a:spcPts val="0"/>
              </a:spcBef>
              <a:buNone/>
              <a:defRPr sz="900" b="0" i="0" u="none" strike="noStrike" cap="none">
                <a:solidFill>
                  <a:srgbClr val="FFFFFF"/>
                </a:solidFill>
                <a:latin typeface="Arial"/>
                <a:ea typeface="Arial"/>
                <a:cs typeface="Arial"/>
                <a:sym typeface="Arial"/>
              </a:defRPr>
            </a:lvl2pPr>
            <a:lvl3pPr marL="0" marR="0" lvl="2" indent="0" algn="l" rtl="0">
              <a:spcBef>
                <a:spcPts val="0"/>
              </a:spcBef>
              <a:buNone/>
              <a:defRPr sz="900" b="0" i="0" u="none" strike="noStrike" cap="none">
                <a:solidFill>
                  <a:srgbClr val="FFFFFF"/>
                </a:solidFill>
                <a:latin typeface="Arial"/>
                <a:ea typeface="Arial"/>
                <a:cs typeface="Arial"/>
                <a:sym typeface="Arial"/>
              </a:defRPr>
            </a:lvl3pPr>
            <a:lvl4pPr marL="0" marR="0" lvl="3" indent="0" algn="l" rtl="0">
              <a:spcBef>
                <a:spcPts val="0"/>
              </a:spcBef>
              <a:buNone/>
              <a:defRPr sz="900" b="0" i="0" u="none" strike="noStrike" cap="none">
                <a:solidFill>
                  <a:srgbClr val="FFFFFF"/>
                </a:solidFill>
                <a:latin typeface="Arial"/>
                <a:ea typeface="Arial"/>
                <a:cs typeface="Arial"/>
                <a:sym typeface="Arial"/>
              </a:defRPr>
            </a:lvl4pPr>
            <a:lvl5pPr marL="0" marR="0" lvl="4" indent="0" algn="l" rtl="0">
              <a:spcBef>
                <a:spcPts val="0"/>
              </a:spcBef>
              <a:buNone/>
              <a:defRPr sz="900" b="0" i="0" u="none" strike="noStrike" cap="none">
                <a:solidFill>
                  <a:srgbClr val="FFFFFF"/>
                </a:solidFill>
                <a:latin typeface="Arial"/>
                <a:ea typeface="Arial"/>
                <a:cs typeface="Arial"/>
                <a:sym typeface="Arial"/>
              </a:defRPr>
            </a:lvl5pPr>
            <a:lvl6pPr marL="0" marR="0" lvl="5" indent="0" algn="l" rtl="0">
              <a:spcBef>
                <a:spcPts val="0"/>
              </a:spcBef>
              <a:buNone/>
              <a:defRPr sz="900" b="0" i="0" u="none" strike="noStrike" cap="none">
                <a:solidFill>
                  <a:srgbClr val="FFFFFF"/>
                </a:solidFill>
                <a:latin typeface="Arial"/>
                <a:ea typeface="Arial"/>
                <a:cs typeface="Arial"/>
                <a:sym typeface="Arial"/>
              </a:defRPr>
            </a:lvl6pPr>
            <a:lvl7pPr marL="0" marR="0" lvl="6" indent="0" algn="l" rtl="0">
              <a:spcBef>
                <a:spcPts val="0"/>
              </a:spcBef>
              <a:buNone/>
              <a:defRPr sz="900" b="0" i="0" u="none" strike="noStrike" cap="none">
                <a:solidFill>
                  <a:srgbClr val="FFFFFF"/>
                </a:solidFill>
                <a:latin typeface="Arial"/>
                <a:ea typeface="Arial"/>
                <a:cs typeface="Arial"/>
                <a:sym typeface="Arial"/>
              </a:defRPr>
            </a:lvl7pPr>
            <a:lvl8pPr marL="0" marR="0" lvl="7" indent="0" algn="l" rtl="0">
              <a:spcBef>
                <a:spcPts val="0"/>
              </a:spcBef>
              <a:buNone/>
              <a:defRPr sz="900" b="0" i="0" u="none" strike="noStrike" cap="none">
                <a:solidFill>
                  <a:srgbClr val="FFFFFF"/>
                </a:solidFill>
                <a:latin typeface="Arial"/>
                <a:ea typeface="Arial"/>
                <a:cs typeface="Arial"/>
                <a:sym typeface="Arial"/>
              </a:defRPr>
            </a:lvl8pPr>
            <a:lvl9pPr marL="0" marR="0" lvl="8" indent="0" algn="l" rtl="0">
              <a:spcBef>
                <a:spcPts val="0"/>
              </a:spcBef>
              <a:buNone/>
              <a:defRPr sz="9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cxnSp>
        <p:nvCxnSpPr>
          <p:cNvPr id="38" name="Google Shape;38;p36"/>
          <p:cNvCxnSpPr/>
          <p:nvPr/>
        </p:nvCxnSpPr>
        <p:spPr>
          <a:xfrm>
            <a:off x="1193532" y="1897380"/>
            <a:ext cx="9966960" cy="0"/>
          </a:xfrm>
          <a:prstGeom prst="straightConnector1">
            <a:avLst/>
          </a:prstGeom>
          <a:noFill/>
          <a:ln w="12700" cap="flat" cmpd="sng">
            <a:solidFill>
              <a:srgbClr val="3F3F3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www.agilealliance.org/"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sp>
        <p:nvSpPr>
          <p:cNvPr id="127" name="Google Shape;127;p1"/>
          <p:cNvSpPr/>
          <p:nvPr/>
        </p:nvSpPr>
        <p:spPr>
          <a:xfrm>
            <a:off x="0" y="0"/>
            <a:ext cx="12192001"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28" name="Google Shape;128;p1"/>
          <p:cNvSpPr txBox="1">
            <a:spLocks noGrp="1"/>
          </p:cNvSpPr>
          <p:nvPr>
            <p:ph type="subTitle" idx="1"/>
          </p:nvPr>
        </p:nvSpPr>
        <p:spPr>
          <a:xfrm>
            <a:off x="6347637" y="4455621"/>
            <a:ext cx="5720316" cy="712667"/>
          </a:xfrm>
          <a:prstGeom prst="rect">
            <a:avLst/>
          </a:prstGeom>
          <a:noFill/>
          <a:ln>
            <a:noFill/>
          </a:ln>
        </p:spPr>
        <p:txBody>
          <a:bodyPr spcFirstLastPara="1" wrap="square" lIns="91425" tIns="45700" rIns="91425" bIns="45700" anchor="t" anchorCtr="0">
            <a:normAutofit fontScale="92500" lnSpcReduction="20000"/>
          </a:bodyPr>
          <a:lstStyle/>
          <a:p>
            <a:pPr marL="0" lvl="0" indent="0" algn="r" rtl="0">
              <a:lnSpc>
                <a:spcPct val="110000"/>
              </a:lnSpc>
              <a:spcBef>
                <a:spcPts val="0"/>
              </a:spcBef>
              <a:spcAft>
                <a:spcPts val="0"/>
              </a:spcAft>
              <a:buSzPct val="100000"/>
              <a:buNone/>
            </a:pPr>
            <a:r>
              <a:rPr lang="en-IN" b="1"/>
              <a:t>TOPIC 1: INTRODUCTION TO INFORMATION SYSTEMS ENGINEERING</a:t>
            </a:r>
            <a:endParaRPr/>
          </a:p>
        </p:txBody>
      </p:sp>
      <p:pic>
        <p:nvPicPr>
          <p:cNvPr id="129" name="Google Shape;129;p1"/>
          <p:cNvPicPr preferRelativeResize="0"/>
          <p:nvPr/>
        </p:nvPicPr>
        <p:blipFill rotWithShape="1">
          <a:blip r:embed="rId3">
            <a:alphaModFix/>
          </a:blip>
          <a:srcRect/>
          <a:stretch/>
        </p:blipFill>
        <p:spPr>
          <a:xfrm>
            <a:off x="1" y="10"/>
            <a:ext cx="6096000" cy="6857990"/>
          </a:xfrm>
          <a:prstGeom prst="rect">
            <a:avLst/>
          </a:prstGeom>
          <a:noFill/>
          <a:ln>
            <a:noFill/>
          </a:ln>
        </p:spPr>
      </p:pic>
      <p:cxnSp>
        <p:nvCxnSpPr>
          <p:cNvPr id="130" name="Google Shape;130;p1"/>
          <p:cNvCxnSpPr/>
          <p:nvPr/>
        </p:nvCxnSpPr>
        <p:spPr>
          <a:xfrm>
            <a:off x="6805053" y="4294754"/>
            <a:ext cx="4389120" cy="0"/>
          </a:xfrm>
          <a:prstGeom prst="straightConnector1">
            <a:avLst/>
          </a:prstGeom>
          <a:noFill/>
          <a:ln w="12700" cap="flat" cmpd="sng">
            <a:solidFill>
              <a:srgbClr val="3F3F3F"/>
            </a:solidFill>
            <a:prstDash val="solid"/>
            <a:round/>
            <a:headEnd type="none" w="sm" len="sm"/>
            <a:tailEnd type="none" w="sm" len="sm"/>
          </a:ln>
        </p:spPr>
      </p:cxnSp>
      <p:sp>
        <p:nvSpPr>
          <p:cNvPr id="131" name="Google Shape;131;p1"/>
          <p:cNvSpPr txBox="1"/>
          <p:nvPr/>
        </p:nvSpPr>
        <p:spPr>
          <a:xfrm>
            <a:off x="6347638" y="5168291"/>
            <a:ext cx="5560828" cy="1253774"/>
          </a:xfrm>
          <a:prstGeom prst="rect">
            <a:avLst/>
          </a:prstGeom>
          <a:noFill/>
          <a:ln>
            <a:noFill/>
          </a:ln>
        </p:spPr>
        <p:txBody>
          <a:bodyPr spcFirstLastPara="1" wrap="square" lIns="91425" tIns="45700" rIns="91425" bIns="45700" anchor="t" anchorCtr="0">
            <a:normAutofit/>
          </a:bodyPr>
          <a:lstStyle/>
          <a:p>
            <a:pPr algn="ctr">
              <a:lnSpc>
                <a:spcPct val="110000"/>
              </a:lnSpc>
              <a:buClr>
                <a:schemeClr val="accent1"/>
              </a:buClr>
              <a:buSzPts val="2400"/>
            </a:pPr>
            <a:r>
              <a:rPr lang="en-IN" sz="2400" b="1">
                <a:solidFill>
                  <a:schemeClr val="dk1"/>
                </a:solidFill>
              </a:rPr>
              <a:t>March 2026</a:t>
            </a:r>
            <a:r>
              <a:rPr lang="en-IN" sz="2400" b="1" i="0" u="none" strike="noStrike" cap="none">
                <a:solidFill>
                  <a:schemeClr val="dk1"/>
                </a:solidFill>
                <a:latin typeface="Arial"/>
                <a:ea typeface="Arial"/>
                <a:cs typeface="Arial"/>
                <a:sym typeface="Arial"/>
              </a:rPr>
              <a:t> – </a:t>
            </a:r>
            <a:r>
              <a:rPr lang="en-IN" sz="2400" b="1">
                <a:solidFill>
                  <a:schemeClr val="dk1"/>
                </a:solidFill>
              </a:rPr>
              <a:t>August 2026</a:t>
            </a:r>
            <a:endParaRPr>
              <a:solidFill>
                <a:schemeClr val="dk1"/>
              </a:solidFill>
            </a:endParaRPr>
          </a:p>
        </p:txBody>
      </p:sp>
      <p:sp>
        <p:nvSpPr>
          <p:cNvPr id="132" name="Google Shape;132;p1"/>
          <p:cNvSpPr txBox="1">
            <a:spLocks noGrp="1"/>
          </p:cNvSpPr>
          <p:nvPr>
            <p:ph type="ctrTitle"/>
          </p:nvPr>
        </p:nvSpPr>
        <p:spPr>
          <a:xfrm>
            <a:off x="4395019" y="639097"/>
            <a:ext cx="7311427" cy="3494791"/>
          </a:xfrm>
          <a:prstGeom prst="rect">
            <a:avLst/>
          </a:prstGeom>
          <a:solidFill>
            <a:schemeClr val="lt1"/>
          </a:solid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Clr>
                <a:srgbClr val="262626"/>
              </a:buClr>
              <a:buSzPts val="4400"/>
              <a:buFont typeface="Geo"/>
              <a:buNone/>
            </a:pPr>
            <a:r>
              <a:rPr lang="en-IN" sz="4400"/>
              <a:t>ISP550</a:t>
            </a:r>
            <a:br>
              <a:rPr lang="en-IN" sz="4400"/>
            </a:br>
            <a:r>
              <a:rPr lang="en-IN" sz="4400"/>
              <a:t>INFORMATION SYSTEMS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6"/>
        <p:cNvGrpSpPr/>
        <p:nvPr/>
      </p:nvGrpSpPr>
      <p:grpSpPr>
        <a:xfrm>
          <a:off x="0" y="0"/>
          <a:ext cx="0" cy="0"/>
          <a:chOff x="0" y="0"/>
          <a:chExt cx="0" cy="0"/>
        </a:xfrm>
      </p:grpSpPr>
      <p:sp>
        <p:nvSpPr>
          <p:cNvPr id="137" name="Google Shape;137;p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3F3F3F"/>
              </a:buClr>
              <a:buSzPts val="4600"/>
              <a:buFont typeface="Geo"/>
              <a:buNone/>
            </a:pPr>
            <a:r>
              <a:rPr lang="en-IN" b="1"/>
              <a:t>Learning Objectives</a:t>
            </a:r>
            <a:endParaRPr/>
          </a:p>
        </p:txBody>
      </p:sp>
      <p:sp>
        <p:nvSpPr>
          <p:cNvPr id="138" name="Google Shape;138;p2"/>
          <p:cNvSpPr txBox="1"/>
          <p:nvPr/>
        </p:nvSpPr>
        <p:spPr>
          <a:xfrm>
            <a:off x="323849" y="1989137"/>
            <a:ext cx="11297880" cy="3593515"/>
          </a:xfrm>
          <a:prstGeom prst="rect">
            <a:avLst/>
          </a:prstGeom>
          <a:noFill/>
          <a:ln>
            <a:noFill/>
          </a:ln>
        </p:spPr>
        <p:txBody>
          <a:bodyPr spcFirstLastPara="1" wrap="square" lIns="91425" tIns="45700" rIns="91425" bIns="45700" anchor="t" anchorCtr="0">
            <a:noAutofit/>
          </a:bodyPr>
          <a:lstStyle/>
          <a:p>
            <a:pPr marL="457200" marR="0" lvl="0" indent="-457200" algn="l" rtl="0">
              <a:spcBef>
                <a:spcPts val="0"/>
              </a:spcBef>
              <a:spcAft>
                <a:spcPts val="0"/>
              </a:spcAft>
              <a:buClr>
                <a:schemeClr val="dk1"/>
              </a:buClr>
              <a:buSzPts val="2800"/>
              <a:buFont typeface="Arial"/>
              <a:buChar char="•"/>
            </a:pPr>
            <a:r>
              <a:rPr lang="en-IN" sz="2800" b="0" i="0" u="none" strike="noStrike" cap="none">
                <a:solidFill>
                  <a:schemeClr val="dk1"/>
                </a:solidFill>
                <a:latin typeface="Arial"/>
                <a:ea typeface="Arial"/>
                <a:cs typeface="Arial"/>
                <a:sym typeface="Arial"/>
              </a:rPr>
              <a:t>Define </a:t>
            </a:r>
            <a:r>
              <a:rPr lang="en-IN" sz="2800" b="0" i="0" u="none" strike="noStrike" cap="none">
                <a:solidFill>
                  <a:srgbClr val="FF0000"/>
                </a:solidFill>
                <a:latin typeface="Arial"/>
                <a:ea typeface="Arial"/>
                <a:cs typeface="Arial"/>
                <a:sym typeface="Arial"/>
              </a:rPr>
              <a:t>Information Systems Engineering</a:t>
            </a:r>
            <a:endParaRPr/>
          </a:p>
          <a:p>
            <a:pPr marL="457200" marR="0" lvl="0" indent="-457200" algn="l" rtl="0">
              <a:spcBef>
                <a:spcPts val="560"/>
              </a:spcBef>
              <a:spcAft>
                <a:spcPts val="0"/>
              </a:spcAft>
              <a:buClr>
                <a:schemeClr val="dk1"/>
              </a:buClr>
              <a:buSzPts val="2800"/>
              <a:buFont typeface="Arial"/>
              <a:buChar char="•"/>
            </a:pPr>
            <a:r>
              <a:rPr lang="en-IN" sz="2800" b="0" i="0" u="none" strike="noStrike" cap="none">
                <a:solidFill>
                  <a:schemeClr val="dk1"/>
                </a:solidFill>
                <a:latin typeface="Arial"/>
                <a:ea typeface="Arial"/>
                <a:cs typeface="Arial"/>
                <a:sym typeface="Arial"/>
              </a:rPr>
              <a:t>Describe the </a:t>
            </a:r>
            <a:r>
              <a:rPr lang="en-IN" sz="2800" b="0" i="0" u="none" strike="noStrike" cap="none">
                <a:solidFill>
                  <a:srgbClr val="FF0000"/>
                </a:solidFill>
                <a:latin typeface="Arial"/>
                <a:ea typeface="Arial"/>
                <a:cs typeface="Arial"/>
                <a:sym typeface="Arial"/>
              </a:rPr>
              <a:t>systems development life cycle </a:t>
            </a:r>
            <a:r>
              <a:rPr lang="en-IN" sz="2800" b="0" i="0" u="none" strike="noStrike" cap="none">
                <a:solidFill>
                  <a:schemeClr val="dk1"/>
                </a:solidFill>
                <a:latin typeface="Arial"/>
                <a:ea typeface="Arial"/>
                <a:cs typeface="Arial"/>
                <a:sym typeface="Arial"/>
              </a:rPr>
              <a:t>(S</a:t>
            </a:r>
            <a:r>
              <a:rPr lang="en-IN" sz="300" b="0" i="0" u="none" strike="noStrike" cap="none">
                <a:solidFill>
                  <a:schemeClr val="dk1"/>
                </a:solidFill>
                <a:latin typeface="Arial"/>
                <a:ea typeface="Arial"/>
                <a:cs typeface="Arial"/>
                <a:sym typeface="Arial"/>
              </a:rPr>
              <a:t> </a:t>
            </a:r>
            <a:r>
              <a:rPr lang="en-IN" sz="2800" b="0" i="0" u="none" strike="noStrike" cap="none">
                <a:solidFill>
                  <a:schemeClr val="dk1"/>
                </a:solidFill>
                <a:latin typeface="Arial"/>
                <a:ea typeface="Arial"/>
                <a:cs typeface="Arial"/>
                <a:sym typeface="Arial"/>
              </a:rPr>
              <a:t>D</a:t>
            </a:r>
            <a:r>
              <a:rPr lang="en-IN" sz="300" b="0" i="0" u="none" strike="noStrike" cap="none">
                <a:solidFill>
                  <a:schemeClr val="dk1"/>
                </a:solidFill>
                <a:latin typeface="Arial"/>
                <a:ea typeface="Arial"/>
                <a:cs typeface="Arial"/>
                <a:sym typeface="Arial"/>
              </a:rPr>
              <a:t> </a:t>
            </a:r>
            <a:r>
              <a:rPr lang="en-IN" sz="2800" b="0" i="0" u="none" strike="noStrike" cap="none">
                <a:solidFill>
                  <a:schemeClr val="dk1"/>
                </a:solidFill>
                <a:latin typeface="Arial"/>
                <a:ea typeface="Arial"/>
                <a:cs typeface="Arial"/>
                <a:sym typeface="Arial"/>
              </a:rPr>
              <a:t>L</a:t>
            </a:r>
            <a:r>
              <a:rPr lang="en-IN" sz="300" b="0" i="0" u="none" strike="noStrike" cap="none">
                <a:solidFill>
                  <a:schemeClr val="dk1"/>
                </a:solidFill>
                <a:latin typeface="Arial"/>
                <a:ea typeface="Arial"/>
                <a:cs typeface="Arial"/>
                <a:sym typeface="Arial"/>
              </a:rPr>
              <a:t> </a:t>
            </a:r>
            <a:r>
              <a:rPr lang="en-IN" sz="2800" b="0" i="0" u="none" strike="noStrike" cap="none">
                <a:solidFill>
                  <a:schemeClr val="dk1"/>
                </a:solidFill>
                <a:latin typeface="Arial"/>
                <a:ea typeface="Arial"/>
                <a:cs typeface="Arial"/>
                <a:sym typeface="Arial"/>
              </a:rPr>
              <a:t>C)</a:t>
            </a:r>
            <a:endParaRPr/>
          </a:p>
          <a:p>
            <a:pPr marL="457200" marR="0" lvl="0" indent="-457200" algn="l" rtl="0">
              <a:spcBef>
                <a:spcPts val="560"/>
              </a:spcBef>
              <a:spcAft>
                <a:spcPts val="0"/>
              </a:spcAft>
              <a:buClr>
                <a:schemeClr val="dk1"/>
              </a:buClr>
              <a:buSzPts val="2800"/>
              <a:buFont typeface="Arial"/>
              <a:buChar char="•"/>
            </a:pPr>
            <a:r>
              <a:rPr lang="en-IN" sz="2800" b="0" i="0" u="none" strike="noStrike" cap="none">
                <a:solidFill>
                  <a:schemeClr val="dk1"/>
                </a:solidFill>
                <a:latin typeface="Arial"/>
                <a:ea typeface="Arial"/>
                <a:cs typeface="Arial"/>
                <a:sym typeface="Arial"/>
              </a:rPr>
              <a:t>Describe the system development </a:t>
            </a:r>
            <a:r>
              <a:rPr lang="en-IN" sz="2800" b="0" i="0" u="none" strike="noStrike" cap="none">
                <a:solidFill>
                  <a:srgbClr val="FF0000"/>
                </a:solidFill>
                <a:latin typeface="Arial"/>
                <a:ea typeface="Arial"/>
                <a:cs typeface="Arial"/>
                <a:sym typeface="Arial"/>
              </a:rPr>
              <a:t>methodologies</a:t>
            </a:r>
            <a:r>
              <a:rPr lang="en-IN" sz="2800" b="0" i="0" u="none" strike="noStrike" cap="none">
                <a:solidFill>
                  <a:schemeClr val="dk1"/>
                </a:solidFill>
                <a:latin typeface="Arial"/>
                <a:ea typeface="Arial"/>
                <a:cs typeface="Arial"/>
                <a:sym typeface="Arial"/>
              </a:rPr>
              <a:t> such as agile methodologies, eXtreme Programming, Scrum and RUP</a:t>
            </a:r>
            <a:endParaRPr/>
          </a:p>
          <a:p>
            <a:pPr marL="457200" marR="0" lvl="0" indent="-457200" algn="l" rtl="0">
              <a:spcBef>
                <a:spcPts val="560"/>
              </a:spcBef>
              <a:spcAft>
                <a:spcPts val="0"/>
              </a:spcAft>
              <a:buClr>
                <a:schemeClr val="dk1"/>
              </a:buClr>
              <a:buSzPts val="2800"/>
              <a:buFont typeface="Arial"/>
              <a:buChar char="•"/>
            </a:pPr>
            <a:r>
              <a:rPr lang="en-IN" sz="2800" b="0" i="0" u="none" strike="noStrike" cap="none">
                <a:solidFill>
                  <a:schemeClr val="dk1"/>
                </a:solidFill>
                <a:latin typeface="Arial"/>
                <a:ea typeface="Arial"/>
                <a:cs typeface="Arial"/>
                <a:sym typeface="Arial"/>
              </a:rPr>
              <a:t>Describe the roles of an </a:t>
            </a:r>
            <a:r>
              <a:rPr lang="en-IN" sz="2800" b="0" i="0" u="none" strike="noStrike" cap="none">
                <a:solidFill>
                  <a:srgbClr val="FF0000"/>
                </a:solidFill>
                <a:latin typeface="Arial"/>
                <a:ea typeface="Arial"/>
                <a:cs typeface="Arial"/>
                <a:sym typeface="Arial"/>
              </a:rPr>
              <a:t>information system engineer</a:t>
            </a:r>
            <a:endParaRPr sz="2800" b="0" i="0" u="none" strike="noStrike" cap="none">
              <a:solidFill>
                <a:srgbClr val="FF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
          <p:cNvSpPr txBox="1">
            <a:spLocks noGrp="1"/>
          </p:cNvSpPr>
          <p:nvPr>
            <p:ph type="body" idx="1"/>
          </p:nvPr>
        </p:nvSpPr>
        <p:spPr>
          <a:xfrm>
            <a:off x="1593850" y="15003"/>
            <a:ext cx="8640763" cy="1944688"/>
          </a:xfrm>
          <a:prstGeom prst="rect">
            <a:avLst/>
          </a:prstGeom>
          <a:noFill/>
          <a:ln>
            <a:noFill/>
          </a:ln>
        </p:spPr>
        <p:txBody>
          <a:bodyPr spcFirstLastPara="1" wrap="square" lIns="0" tIns="45700" rIns="0" bIns="45700" anchor="t" anchorCtr="0">
            <a:normAutofit/>
          </a:bodyPr>
          <a:lstStyle/>
          <a:p>
            <a:pPr marL="320040" lvl="0" indent="-142240" algn="l" rtl="0">
              <a:lnSpc>
                <a:spcPct val="110000"/>
              </a:lnSpc>
              <a:spcBef>
                <a:spcPts val="0"/>
              </a:spcBef>
              <a:spcAft>
                <a:spcPts val="0"/>
              </a:spcAft>
              <a:buSzPts val="2800"/>
              <a:buFont typeface="Noto Sans Symbols"/>
              <a:buNone/>
            </a:pPr>
            <a:endParaRPr sz="2800">
              <a:solidFill>
                <a:srgbClr val="FF0000"/>
              </a:solidFill>
            </a:endParaRPr>
          </a:p>
          <a:p>
            <a:pPr marL="91440" lvl="0" indent="-152400" algn="l" rtl="0">
              <a:lnSpc>
                <a:spcPct val="110000"/>
              </a:lnSpc>
              <a:spcBef>
                <a:spcPts val="930"/>
              </a:spcBef>
              <a:spcAft>
                <a:spcPts val="0"/>
              </a:spcAft>
              <a:buSzPts val="2400"/>
              <a:buFont typeface="Noto Sans Symbols"/>
              <a:buChar char="▪"/>
            </a:pPr>
            <a:r>
              <a:rPr lang="en-IN" sz="2400" b="1">
                <a:solidFill>
                  <a:srgbClr val="0070C0"/>
                </a:solidFill>
              </a:rPr>
              <a:t>Definition : </a:t>
            </a:r>
            <a:r>
              <a:rPr lang="en-IN" sz="2400" b="1"/>
              <a:t>Information systems </a:t>
            </a:r>
            <a:r>
              <a:rPr lang="en-IN" sz="2400">
                <a:solidFill>
                  <a:srgbClr val="486981"/>
                </a:solidFill>
              </a:rPr>
              <a:t>are computer-based infrastructures, organizations, personnel, and components that </a:t>
            </a:r>
            <a:r>
              <a:rPr lang="en-IN" sz="2400" b="1">
                <a:solidFill>
                  <a:srgbClr val="0033CC"/>
                </a:solidFill>
              </a:rPr>
              <a:t>collect, process, store, transmit, display, disseminate, and act on information</a:t>
            </a:r>
            <a:r>
              <a:rPr lang="en-IN" sz="2400">
                <a:solidFill>
                  <a:srgbClr val="486981"/>
                </a:solidFill>
              </a:rPr>
              <a:t>.</a:t>
            </a:r>
            <a:endParaRPr/>
          </a:p>
        </p:txBody>
      </p:sp>
      <p:pic>
        <p:nvPicPr>
          <p:cNvPr id="144" name="Google Shape;144;p3"/>
          <p:cNvPicPr preferRelativeResize="0"/>
          <p:nvPr/>
        </p:nvPicPr>
        <p:blipFill rotWithShape="1">
          <a:blip r:embed="rId3">
            <a:alphaModFix/>
          </a:blip>
          <a:srcRect/>
          <a:stretch/>
        </p:blipFill>
        <p:spPr>
          <a:xfrm>
            <a:off x="1003915" y="2550858"/>
            <a:ext cx="4141788" cy="2720975"/>
          </a:xfrm>
          <a:prstGeom prst="rect">
            <a:avLst/>
          </a:prstGeom>
          <a:noFill/>
          <a:ln w="9525" cap="flat" cmpd="sng">
            <a:solidFill>
              <a:schemeClr val="accent1"/>
            </a:solidFill>
            <a:prstDash val="solid"/>
            <a:miter lim="800000"/>
            <a:headEnd type="none" w="sm" len="sm"/>
            <a:tailEnd type="none" w="sm" len="sm"/>
          </a:ln>
        </p:spPr>
      </p:pic>
      <p:sp>
        <p:nvSpPr>
          <p:cNvPr id="145" name="Google Shape;145;p3"/>
          <p:cNvSpPr txBox="1"/>
          <p:nvPr/>
        </p:nvSpPr>
        <p:spPr>
          <a:xfrm>
            <a:off x="2438400" y="-50649"/>
            <a:ext cx="7315200" cy="5810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i="0" u="none" strike="noStrike" cap="none">
                <a:solidFill>
                  <a:schemeClr val="dk1"/>
                </a:solidFill>
                <a:latin typeface="Arial Narrow"/>
                <a:ea typeface="Arial Narrow"/>
                <a:cs typeface="Arial Narrow"/>
                <a:sym typeface="Arial Narrow"/>
              </a:rPr>
              <a:t>Definition</a:t>
            </a:r>
            <a:endParaRPr/>
          </a:p>
        </p:txBody>
      </p:sp>
      <p:sp>
        <p:nvSpPr>
          <p:cNvPr id="146" name="Google Shape;146;p3"/>
          <p:cNvSpPr/>
          <p:nvPr/>
        </p:nvSpPr>
        <p:spPr>
          <a:xfrm>
            <a:off x="5646431" y="2550858"/>
            <a:ext cx="5541654" cy="2677656"/>
          </a:xfrm>
          <a:prstGeom prst="rect">
            <a:avLst/>
          </a:prstGeom>
          <a:noFill/>
          <a:ln>
            <a:noFill/>
          </a:ln>
        </p:spPr>
        <p:txBody>
          <a:bodyPr spcFirstLastPara="1" wrap="square" lIns="91425" tIns="45700" rIns="91425" bIns="45700" anchor="t" anchorCtr="0">
            <a:spAutoFit/>
          </a:bodyPr>
          <a:lstStyle/>
          <a:p>
            <a:pPr marL="0" marR="0" lvl="0" indent="-152400" algn="l" rtl="0">
              <a:spcBef>
                <a:spcPts val="0"/>
              </a:spcBef>
              <a:spcAft>
                <a:spcPts val="0"/>
              </a:spcAft>
              <a:buClr>
                <a:schemeClr val="dk1"/>
              </a:buClr>
              <a:buSzPts val="2400"/>
              <a:buFont typeface="Noto Sans Symbols"/>
              <a:buChar char="▪"/>
            </a:pPr>
            <a:r>
              <a:rPr lang="en-IN" sz="2400" b="1" i="0" u="none" strike="noStrike" cap="none">
                <a:solidFill>
                  <a:schemeClr val="dk1"/>
                </a:solidFill>
                <a:latin typeface="Arial"/>
                <a:ea typeface="Arial"/>
                <a:cs typeface="Arial"/>
                <a:sym typeface="Arial"/>
              </a:rPr>
              <a:t>Information systems </a:t>
            </a:r>
            <a:r>
              <a:rPr lang="en-IN" sz="2400" b="0" i="0" u="none" strike="noStrike" cap="none">
                <a:solidFill>
                  <a:schemeClr val="dk1"/>
                </a:solidFill>
                <a:latin typeface="Arial"/>
                <a:ea typeface="Arial"/>
                <a:cs typeface="Arial"/>
                <a:sym typeface="Arial"/>
              </a:rPr>
              <a:t>generally provide computer-based assistance to people engaging their environment as illustrated in Figure 1, where engagements and environments are often too complex and dynamic to be handled manually.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4"/>
          <p:cNvSpPr txBox="1">
            <a:spLocks noGrp="1"/>
          </p:cNvSpPr>
          <p:nvPr>
            <p:ph type="body" idx="1"/>
          </p:nvPr>
        </p:nvSpPr>
        <p:spPr>
          <a:xfrm>
            <a:off x="486696" y="530376"/>
            <a:ext cx="11031793" cy="2519363"/>
          </a:xfrm>
          <a:prstGeom prst="rect">
            <a:avLst/>
          </a:prstGeom>
          <a:noFill/>
          <a:ln>
            <a:noFill/>
          </a:ln>
        </p:spPr>
        <p:txBody>
          <a:bodyPr spcFirstLastPara="1" wrap="square" lIns="0" tIns="45700" rIns="0" bIns="45700" anchor="t" anchorCtr="0">
            <a:normAutofit fontScale="85000" lnSpcReduction="20000"/>
          </a:bodyPr>
          <a:lstStyle/>
          <a:p>
            <a:pPr marL="320040" lvl="0" indent="-190500" algn="l" rtl="0">
              <a:lnSpc>
                <a:spcPct val="110000"/>
              </a:lnSpc>
              <a:spcBef>
                <a:spcPts val="0"/>
              </a:spcBef>
              <a:spcAft>
                <a:spcPts val="0"/>
              </a:spcAft>
              <a:buSzPct val="100000"/>
              <a:buFont typeface="Noto Sans Symbols"/>
              <a:buNone/>
            </a:pPr>
            <a:endParaRPr sz="2400">
              <a:solidFill>
                <a:srgbClr val="FF0000"/>
              </a:solidFill>
              <a:latin typeface="Arial Narrow"/>
              <a:ea typeface="Arial Narrow"/>
              <a:cs typeface="Arial Narrow"/>
              <a:sym typeface="Arial Narrow"/>
            </a:endParaRPr>
          </a:p>
          <a:p>
            <a:pPr marL="91440" lvl="0" indent="-118745" algn="l" rtl="0">
              <a:lnSpc>
                <a:spcPct val="110000"/>
              </a:lnSpc>
              <a:spcBef>
                <a:spcPts val="1200"/>
              </a:spcBef>
              <a:spcAft>
                <a:spcPts val="0"/>
              </a:spcAft>
              <a:buSzPct val="100000"/>
              <a:buChar char=" "/>
            </a:pPr>
            <a:r>
              <a:rPr lang="en-IN" sz="2200" b="1">
                <a:solidFill>
                  <a:schemeClr val="dk1"/>
                </a:solidFill>
              </a:rPr>
              <a:t>Complex, dynamic engagements and environments require people to analyze and draw conclusions from an abstracted representation of the world, which enables them to make discrete decisions to achieve a desired effect in the world commensurate with their roles, tasks and capabilities.</a:t>
            </a:r>
            <a:endParaRPr/>
          </a:p>
          <a:p>
            <a:pPr marL="91440" lvl="0" indent="0" algn="l" rtl="0">
              <a:lnSpc>
                <a:spcPct val="110000"/>
              </a:lnSpc>
              <a:spcBef>
                <a:spcPts val="1200"/>
              </a:spcBef>
              <a:spcAft>
                <a:spcPts val="0"/>
              </a:spcAft>
              <a:buSzPct val="100000"/>
              <a:buNone/>
            </a:pPr>
            <a:endParaRPr sz="2200" b="1">
              <a:solidFill>
                <a:schemeClr val="dk1"/>
              </a:solidFill>
            </a:endParaRPr>
          </a:p>
          <a:p>
            <a:pPr marL="91440" lvl="0" indent="-118745" algn="l" rtl="0">
              <a:lnSpc>
                <a:spcPct val="110000"/>
              </a:lnSpc>
              <a:spcBef>
                <a:spcPts val="1200"/>
              </a:spcBef>
              <a:spcAft>
                <a:spcPts val="0"/>
              </a:spcAft>
              <a:buSzPct val="100000"/>
              <a:buChar char=" "/>
            </a:pPr>
            <a:r>
              <a:rPr lang="en-IN" sz="2200" b="1">
                <a:solidFill>
                  <a:schemeClr val="dk1"/>
                </a:solidFill>
              </a:rPr>
              <a:t>The abstraction is sometimes portrayed as a hierarchy (Figure 2) known as the Data, Information, Knowledge, and Wisdom (DIKW) paradigm.</a:t>
            </a:r>
            <a:endParaRPr/>
          </a:p>
          <a:p>
            <a:pPr marL="91440" lvl="0" indent="-5079" algn="l" rtl="0">
              <a:lnSpc>
                <a:spcPct val="110000"/>
              </a:lnSpc>
              <a:spcBef>
                <a:spcPts val="1200"/>
              </a:spcBef>
              <a:spcAft>
                <a:spcPts val="0"/>
              </a:spcAft>
              <a:buSzPct val="100000"/>
              <a:buNone/>
            </a:pPr>
            <a:endParaRPr sz="1600" b="1">
              <a:latin typeface="Arial Narrow"/>
              <a:ea typeface="Arial Narrow"/>
              <a:cs typeface="Arial Narrow"/>
              <a:sym typeface="Arial Narrow"/>
            </a:endParaRPr>
          </a:p>
        </p:txBody>
      </p:sp>
      <p:pic>
        <p:nvPicPr>
          <p:cNvPr id="152" name="Google Shape;152;p4"/>
          <p:cNvPicPr preferRelativeResize="0"/>
          <p:nvPr/>
        </p:nvPicPr>
        <p:blipFill rotWithShape="1">
          <a:blip r:embed="rId3">
            <a:alphaModFix/>
          </a:blip>
          <a:srcRect t="10831" b="9743"/>
          <a:stretch/>
        </p:blipFill>
        <p:spPr>
          <a:xfrm>
            <a:off x="3227995" y="3145496"/>
            <a:ext cx="5375275" cy="2632075"/>
          </a:xfrm>
          <a:prstGeom prst="rect">
            <a:avLst/>
          </a:prstGeom>
          <a:noFill/>
          <a:ln w="9525" cap="flat" cmpd="sng">
            <a:solidFill>
              <a:schemeClr val="accent1"/>
            </a:solidFill>
            <a:prstDash val="solid"/>
            <a:miter lim="800000"/>
            <a:headEnd type="none" w="sm" len="sm"/>
            <a:tailEnd type="none" w="sm" len="sm"/>
          </a:ln>
        </p:spPr>
      </p:pic>
      <p:sp>
        <p:nvSpPr>
          <p:cNvPr id="153" name="Google Shape;153;p4"/>
          <p:cNvSpPr/>
          <p:nvPr/>
        </p:nvSpPr>
        <p:spPr>
          <a:xfrm>
            <a:off x="3693038" y="5777578"/>
            <a:ext cx="517842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000" b="0" i="0" u="none" strike="noStrike" cap="none">
                <a:solidFill>
                  <a:schemeClr val="dk1"/>
                </a:solidFill>
                <a:latin typeface="Arial"/>
                <a:ea typeface="Arial"/>
                <a:cs typeface="Arial"/>
                <a:sym typeface="Arial"/>
              </a:rPr>
              <a:t>Ackoff, R. L., “From Data to Wisdom,” </a:t>
            </a:r>
            <a:r>
              <a:rPr lang="en-IN" sz="1000" b="0" i="1" u="none" strike="noStrike" cap="none">
                <a:solidFill>
                  <a:schemeClr val="dk1"/>
                </a:solidFill>
                <a:latin typeface="Arial"/>
                <a:ea typeface="Arial"/>
                <a:cs typeface="Arial"/>
                <a:sym typeface="Arial"/>
              </a:rPr>
              <a:t>J. Appl. Syst. Anal. </a:t>
            </a:r>
            <a:r>
              <a:rPr lang="en-IN" sz="1000" b="1" i="1" u="none" strike="noStrike" cap="none">
                <a:solidFill>
                  <a:schemeClr val="dk1"/>
                </a:solidFill>
                <a:latin typeface="Arial"/>
                <a:ea typeface="Arial"/>
                <a:cs typeface="Arial"/>
                <a:sym typeface="Arial"/>
              </a:rPr>
              <a:t>16, 3–9 </a:t>
            </a:r>
            <a:r>
              <a:rPr lang="en-IN" sz="1000" b="0" i="0" u="none" strike="noStrike" cap="none">
                <a:solidFill>
                  <a:schemeClr val="dk1"/>
                </a:solidFill>
                <a:latin typeface="Arial"/>
                <a:ea typeface="Arial"/>
                <a:cs typeface="Arial"/>
                <a:sym typeface="Arial"/>
              </a:rPr>
              <a:t>(1989).</a:t>
            </a:r>
            <a:endParaRPr/>
          </a:p>
          <a:p>
            <a:pPr marL="0" marR="0" lvl="0" indent="0" algn="ctr" rtl="0">
              <a:spcBef>
                <a:spcPts val="0"/>
              </a:spcBef>
              <a:spcAft>
                <a:spcPts val="0"/>
              </a:spcAft>
              <a:buNone/>
            </a:pPr>
            <a:r>
              <a:rPr lang="en-IN" sz="1000" b="0" i="0" u="none" strike="noStrike" cap="none">
                <a:solidFill>
                  <a:schemeClr val="dk1"/>
                </a:solidFill>
                <a:latin typeface="Arial"/>
                <a:ea typeface="Arial"/>
                <a:cs typeface="Arial"/>
                <a:sym typeface="Arial"/>
              </a:rPr>
              <a:t>Cleveland, H., “Information as Resource,” </a:t>
            </a:r>
            <a:r>
              <a:rPr lang="en-IN" sz="1000" b="0" i="1" u="none" strike="noStrike" cap="none">
                <a:solidFill>
                  <a:schemeClr val="dk1"/>
                </a:solidFill>
                <a:latin typeface="Arial"/>
                <a:ea typeface="Arial"/>
                <a:cs typeface="Arial"/>
                <a:sym typeface="Arial"/>
              </a:rPr>
              <a:t>The Futurist, 34–39 (Dec </a:t>
            </a:r>
            <a:r>
              <a:rPr lang="en-IN" sz="1000" b="0" i="0" u="none" strike="noStrike" cap="none">
                <a:solidFill>
                  <a:schemeClr val="dk1"/>
                </a:solidFill>
                <a:latin typeface="Arial"/>
                <a:ea typeface="Arial"/>
                <a:cs typeface="Arial"/>
                <a:sym typeface="Arial"/>
              </a:rPr>
              <a:t>1982).</a:t>
            </a:r>
            <a:endParaRPr/>
          </a:p>
        </p:txBody>
      </p:sp>
      <p:sp>
        <p:nvSpPr>
          <p:cNvPr id="154" name="Google Shape;154;p4"/>
          <p:cNvSpPr txBox="1"/>
          <p:nvPr/>
        </p:nvSpPr>
        <p:spPr>
          <a:xfrm>
            <a:off x="2438400" y="-50649"/>
            <a:ext cx="7315200" cy="5810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i="0" u="none" strike="noStrike" cap="none">
                <a:solidFill>
                  <a:schemeClr val="dk1"/>
                </a:solidFill>
                <a:latin typeface="Arial Narrow"/>
                <a:ea typeface="Arial Narrow"/>
                <a:cs typeface="Arial Narrow"/>
                <a:sym typeface="Arial Narrow"/>
              </a:rPr>
              <a:t>Definition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Google Shape;159;p5" descr="C:\Users\ASUS\Desktop\images.png"/>
          <p:cNvPicPr preferRelativeResize="0"/>
          <p:nvPr/>
        </p:nvPicPr>
        <p:blipFill rotWithShape="1">
          <a:blip r:embed="rId3">
            <a:alphaModFix/>
          </a:blip>
          <a:srcRect/>
          <a:stretch/>
        </p:blipFill>
        <p:spPr>
          <a:xfrm>
            <a:off x="8131278" y="1124310"/>
            <a:ext cx="3627438" cy="2808287"/>
          </a:xfrm>
          <a:prstGeom prst="rect">
            <a:avLst/>
          </a:prstGeom>
          <a:noFill/>
          <a:ln>
            <a:noFill/>
          </a:ln>
        </p:spPr>
      </p:pic>
      <p:sp>
        <p:nvSpPr>
          <p:cNvPr id="160" name="Google Shape;160;p5"/>
          <p:cNvSpPr/>
          <p:nvPr/>
        </p:nvSpPr>
        <p:spPr>
          <a:xfrm>
            <a:off x="605170" y="530376"/>
            <a:ext cx="7315200"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i="0" u="none" strike="noStrike" cap="none">
                <a:solidFill>
                  <a:schemeClr val="dk1"/>
                </a:solidFill>
                <a:latin typeface="Arial"/>
                <a:ea typeface="Arial"/>
                <a:cs typeface="Arial"/>
                <a:sym typeface="Arial"/>
              </a:rPr>
              <a:t>Data</a:t>
            </a:r>
            <a:r>
              <a:rPr lang="en-IN" sz="1800" b="1" i="1" u="none" strike="noStrike" cap="none">
                <a:solidFill>
                  <a:schemeClr val="dk1"/>
                </a:solidFill>
                <a:latin typeface="Arial"/>
                <a:ea typeface="Arial"/>
                <a:cs typeface="Arial"/>
                <a:sym typeface="Arial"/>
              </a:rPr>
              <a:t> </a:t>
            </a:r>
            <a:endParaRPr/>
          </a:p>
          <a:p>
            <a:pPr marL="285750" marR="0" lvl="0" indent="-285750" algn="l" rtl="0">
              <a:spcBef>
                <a:spcPts val="0"/>
              </a:spcBef>
              <a:spcAft>
                <a:spcPts val="0"/>
              </a:spcAft>
              <a:buClr>
                <a:schemeClr val="dk1"/>
              </a:buClr>
              <a:buSzPts val="1800"/>
              <a:buFont typeface="Arial"/>
              <a:buChar char="•"/>
            </a:pPr>
            <a:r>
              <a:rPr lang="en-IN" sz="1800" b="0" i="1" u="none" strike="noStrike" cap="none">
                <a:solidFill>
                  <a:schemeClr val="dk1"/>
                </a:solidFill>
                <a:latin typeface="Arial"/>
                <a:ea typeface="Arial"/>
                <a:cs typeface="Arial"/>
                <a:sym typeface="Arial"/>
              </a:rPr>
              <a:t>are the smallest </a:t>
            </a:r>
            <a:r>
              <a:rPr lang="en-IN" sz="1800" b="0" i="0" u="none" strike="noStrike" cap="none">
                <a:solidFill>
                  <a:schemeClr val="dk1"/>
                </a:solidFill>
                <a:latin typeface="Arial"/>
                <a:ea typeface="Arial"/>
                <a:cs typeface="Arial"/>
                <a:sym typeface="Arial"/>
              </a:rPr>
              <a:t>symbolic units that describe measured or estimated phenomena. </a:t>
            </a:r>
            <a:endParaRPr/>
          </a:p>
          <a:p>
            <a:pPr marL="285750" marR="0" lvl="0" indent="-285750" algn="l" rtl="0">
              <a:spcBef>
                <a:spcPts val="0"/>
              </a:spcBef>
              <a:spcAft>
                <a:spcPts val="0"/>
              </a:spcAft>
              <a:buClr>
                <a:schemeClr val="dk1"/>
              </a:buClr>
              <a:buSzPts val="1800"/>
              <a:buFont typeface="Arial"/>
              <a:buChar char="•"/>
            </a:pPr>
            <a:r>
              <a:rPr lang="en-IN" sz="1800" b="0" i="0" u="none" strike="noStrike" cap="none">
                <a:solidFill>
                  <a:schemeClr val="dk1"/>
                </a:solidFill>
                <a:latin typeface="Arial"/>
                <a:ea typeface="Arial"/>
                <a:cs typeface="Arial"/>
                <a:sym typeface="Arial"/>
              </a:rPr>
              <a:t>i.e.: sensors produce large volumes of data, but very little is understood by humans.</a:t>
            </a:r>
            <a:endParaRPr/>
          </a:p>
          <a:p>
            <a:pPr marL="0" marR="0" lvl="0" indent="0" algn="l" rtl="0">
              <a:spcBef>
                <a:spcPts val="0"/>
              </a:spcBef>
              <a:spcAft>
                <a:spcPts val="0"/>
              </a:spcAft>
              <a:buNone/>
            </a:pPr>
            <a:r>
              <a:rPr lang="en-IN" sz="1800" b="1" i="0" u="none" strike="noStrike" cap="none">
                <a:solidFill>
                  <a:schemeClr val="dk1"/>
                </a:solidFill>
                <a:latin typeface="Arial"/>
                <a:ea typeface="Arial"/>
                <a:cs typeface="Arial"/>
                <a:sym typeface="Arial"/>
              </a:rPr>
              <a:t>Information</a:t>
            </a:r>
            <a:r>
              <a:rPr lang="en-IN" sz="1800" b="1" i="1" u="none" strike="noStrike" cap="none">
                <a:solidFill>
                  <a:schemeClr val="dk1"/>
                </a:solidFill>
                <a:latin typeface="Arial"/>
                <a:ea typeface="Arial"/>
                <a:cs typeface="Arial"/>
                <a:sym typeface="Arial"/>
              </a:rPr>
              <a:t> </a:t>
            </a:r>
            <a:endParaRPr/>
          </a:p>
          <a:p>
            <a:pPr marL="285750" marR="0" lvl="0" indent="-285750" algn="l" rtl="0">
              <a:spcBef>
                <a:spcPts val="0"/>
              </a:spcBef>
              <a:spcAft>
                <a:spcPts val="0"/>
              </a:spcAft>
              <a:buClr>
                <a:schemeClr val="dk1"/>
              </a:buClr>
              <a:buSzPts val="1800"/>
              <a:buFont typeface="Arial"/>
              <a:buChar char="•"/>
            </a:pPr>
            <a:r>
              <a:rPr lang="en-IN" sz="1800" b="0" i="0" u="none" strike="noStrike" cap="none">
                <a:solidFill>
                  <a:schemeClr val="dk1"/>
                </a:solidFill>
                <a:latin typeface="Arial"/>
                <a:ea typeface="Arial"/>
                <a:cs typeface="Arial"/>
                <a:sym typeface="Arial"/>
              </a:rPr>
              <a:t>information is a more abstract understanding of the data derived by fusing data</a:t>
            </a:r>
            <a:endParaRPr/>
          </a:p>
          <a:p>
            <a:pPr marL="285750" marR="0" lvl="0" indent="-285750" algn="l" rtl="0">
              <a:spcBef>
                <a:spcPts val="0"/>
              </a:spcBef>
              <a:spcAft>
                <a:spcPts val="0"/>
              </a:spcAft>
              <a:buClr>
                <a:schemeClr val="dk1"/>
              </a:buClr>
              <a:buSzPts val="1800"/>
              <a:buFont typeface="Arial"/>
              <a:buChar char="•"/>
            </a:pPr>
            <a:r>
              <a:rPr lang="en-IN" sz="1800" b="0" i="0" u="none" strike="noStrike" cap="none">
                <a:solidFill>
                  <a:schemeClr val="dk1"/>
                </a:solidFill>
                <a:latin typeface="Arial"/>
                <a:ea typeface="Arial"/>
                <a:cs typeface="Arial"/>
                <a:sym typeface="Arial"/>
              </a:rPr>
              <a:t>lowest layer where the symbolic units are interpretable by humans. </a:t>
            </a:r>
            <a:endParaRPr/>
          </a:p>
          <a:p>
            <a:pPr marL="0" marR="0" lvl="0" indent="0" algn="l" rtl="0">
              <a:spcBef>
                <a:spcPts val="0"/>
              </a:spcBef>
              <a:spcAft>
                <a:spcPts val="0"/>
              </a:spcAft>
              <a:buNone/>
            </a:pPr>
            <a:r>
              <a:rPr lang="en-IN" sz="1800" b="1" i="0" u="none" strike="noStrike" cap="none">
                <a:solidFill>
                  <a:schemeClr val="dk1"/>
                </a:solidFill>
                <a:latin typeface="Arial"/>
                <a:ea typeface="Arial"/>
                <a:cs typeface="Arial"/>
                <a:sym typeface="Arial"/>
              </a:rPr>
              <a:t>Knowledge</a:t>
            </a:r>
            <a:r>
              <a:rPr lang="en-IN" sz="1800" b="0" i="1" u="none" strike="noStrike" cap="none">
                <a:solidFill>
                  <a:schemeClr val="dk1"/>
                </a:solidFill>
                <a:latin typeface="Arial"/>
                <a:ea typeface="Arial"/>
                <a:cs typeface="Arial"/>
                <a:sym typeface="Arial"/>
              </a:rPr>
              <a:t> </a:t>
            </a:r>
            <a:endParaRPr/>
          </a:p>
          <a:p>
            <a:pPr marL="285750" marR="0" lvl="0" indent="-285750" algn="l" rtl="0">
              <a:spcBef>
                <a:spcPts val="0"/>
              </a:spcBef>
              <a:spcAft>
                <a:spcPts val="0"/>
              </a:spcAft>
              <a:buClr>
                <a:schemeClr val="dk1"/>
              </a:buClr>
              <a:buSzPts val="1800"/>
              <a:buFont typeface="Arial"/>
              <a:buChar char="•"/>
            </a:pPr>
            <a:r>
              <a:rPr lang="en-IN" sz="1800" b="0" i="0" u="none" strike="noStrike" cap="none">
                <a:solidFill>
                  <a:schemeClr val="dk1"/>
                </a:solidFill>
                <a:latin typeface="Arial"/>
                <a:ea typeface="Arial"/>
                <a:cs typeface="Arial"/>
                <a:sym typeface="Arial"/>
              </a:rPr>
              <a:t>symbols are sufficiently abstract to enable people to make decisions about and interact with their environments. </a:t>
            </a:r>
            <a:endParaRPr/>
          </a:p>
          <a:p>
            <a:pPr marL="285750" marR="0" lvl="0" indent="-285750" algn="l" rtl="0">
              <a:spcBef>
                <a:spcPts val="0"/>
              </a:spcBef>
              <a:spcAft>
                <a:spcPts val="0"/>
              </a:spcAft>
              <a:buClr>
                <a:schemeClr val="dk1"/>
              </a:buClr>
              <a:buSzPts val="1800"/>
              <a:buFont typeface="Arial"/>
              <a:buChar char="•"/>
            </a:pPr>
            <a:r>
              <a:rPr lang="en-IN" sz="1800" b="0" i="0" u="none" strike="noStrike" cap="none">
                <a:solidFill>
                  <a:schemeClr val="dk1"/>
                </a:solidFill>
                <a:latin typeface="Arial"/>
                <a:ea typeface="Arial"/>
                <a:cs typeface="Arial"/>
                <a:sym typeface="Arial"/>
              </a:rPr>
              <a:t>combination of information with necessary data and judgment of historical patterns (experience). </a:t>
            </a:r>
            <a:endParaRPr/>
          </a:p>
          <a:p>
            <a:pPr marL="0" marR="0" lvl="0" indent="0" algn="l" rtl="0">
              <a:spcBef>
                <a:spcPts val="0"/>
              </a:spcBef>
              <a:spcAft>
                <a:spcPts val="0"/>
              </a:spcAft>
              <a:buNone/>
            </a:pPr>
            <a:r>
              <a:rPr lang="en-IN" sz="1800" b="1" i="0" u="none" strike="noStrike" cap="none">
                <a:solidFill>
                  <a:schemeClr val="dk1"/>
                </a:solidFill>
                <a:latin typeface="Arial"/>
                <a:ea typeface="Arial"/>
                <a:cs typeface="Arial"/>
                <a:sym typeface="Arial"/>
              </a:rPr>
              <a:t>Wisdom</a:t>
            </a:r>
            <a:endParaRPr/>
          </a:p>
          <a:p>
            <a:pPr marL="285750" marR="0" lvl="0" indent="-285750" algn="l" rtl="0">
              <a:spcBef>
                <a:spcPts val="0"/>
              </a:spcBef>
              <a:spcAft>
                <a:spcPts val="0"/>
              </a:spcAft>
              <a:buClr>
                <a:schemeClr val="dk1"/>
              </a:buClr>
              <a:buSzPts val="1800"/>
              <a:buFont typeface="Arial"/>
              <a:buChar char="•"/>
            </a:pPr>
            <a:r>
              <a:rPr lang="en-IN" sz="1800" b="0" i="1" u="none" strike="noStrike" cap="none">
                <a:solidFill>
                  <a:schemeClr val="dk1"/>
                </a:solidFill>
                <a:latin typeface="Arial"/>
                <a:ea typeface="Arial"/>
                <a:cs typeface="Arial"/>
                <a:sym typeface="Arial"/>
              </a:rPr>
              <a:t>is knowledge combined with </a:t>
            </a:r>
            <a:r>
              <a:rPr lang="en-IN" sz="1800" b="0" i="0" u="none" strike="noStrike" cap="none">
                <a:solidFill>
                  <a:schemeClr val="dk1"/>
                </a:solidFill>
                <a:latin typeface="Arial"/>
                <a:ea typeface="Arial"/>
                <a:cs typeface="Arial"/>
                <a:sym typeface="Arial"/>
              </a:rPr>
              <a:t>insights and common sense. </a:t>
            </a:r>
            <a:endParaRPr/>
          </a:p>
          <a:p>
            <a:pPr marL="285750" marR="0" lvl="0" indent="-285750" algn="l" rtl="0">
              <a:spcBef>
                <a:spcPts val="0"/>
              </a:spcBef>
              <a:spcAft>
                <a:spcPts val="0"/>
              </a:spcAft>
              <a:buClr>
                <a:schemeClr val="dk1"/>
              </a:buClr>
              <a:buSzPts val="1800"/>
              <a:buFont typeface="Arial"/>
              <a:buChar char="•"/>
            </a:pPr>
            <a:r>
              <a:rPr lang="en-IN" sz="1800" b="0" i="0" u="none" strike="noStrike" cap="none">
                <a:solidFill>
                  <a:schemeClr val="dk1"/>
                </a:solidFill>
                <a:latin typeface="Arial"/>
                <a:ea typeface="Arial"/>
                <a:cs typeface="Arial"/>
                <a:sym typeface="Arial"/>
              </a:rPr>
              <a:t>It is typically achieved by humans based on knowledge, information, and data. </a:t>
            </a:r>
            <a:endParaRPr/>
          </a:p>
          <a:p>
            <a:pPr marL="285750" marR="0" lvl="0" indent="-285750" algn="l" rtl="0">
              <a:spcBef>
                <a:spcPts val="0"/>
              </a:spcBef>
              <a:spcAft>
                <a:spcPts val="0"/>
              </a:spcAft>
              <a:buClr>
                <a:schemeClr val="dk1"/>
              </a:buClr>
              <a:buSzPts val="1800"/>
              <a:buFont typeface="Arial"/>
              <a:buChar char="•"/>
            </a:pPr>
            <a:r>
              <a:rPr lang="en-IN" sz="1800" b="0" i="0" u="none" strike="noStrike" cap="none">
                <a:solidFill>
                  <a:schemeClr val="dk1"/>
                </a:solidFill>
                <a:latin typeface="Arial"/>
                <a:ea typeface="Arial"/>
                <a:cs typeface="Arial"/>
                <a:sym typeface="Arial"/>
              </a:rPr>
              <a:t>hard to derive automatically from lower-level information representations.</a:t>
            </a:r>
            <a:endParaRPr/>
          </a:p>
        </p:txBody>
      </p:sp>
      <p:sp>
        <p:nvSpPr>
          <p:cNvPr id="161" name="Google Shape;161;p5"/>
          <p:cNvSpPr txBox="1"/>
          <p:nvPr/>
        </p:nvSpPr>
        <p:spPr>
          <a:xfrm>
            <a:off x="2438400" y="-50649"/>
            <a:ext cx="7315200" cy="5810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i="0" u="none" strike="noStrike" cap="none">
                <a:solidFill>
                  <a:schemeClr val="dk1"/>
                </a:solidFill>
                <a:latin typeface="Arial Narrow"/>
                <a:ea typeface="Arial Narrow"/>
                <a:cs typeface="Arial Narrow"/>
                <a:sym typeface="Arial Narrow"/>
              </a:rPr>
              <a:t>Definition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6"/>
          <p:cNvSpPr txBox="1">
            <a:spLocks noGrp="1"/>
          </p:cNvSpPr>
          <p:nvPr>
            <p:ph type="title"/>
          </p:nvPr>
        </p:nvSpPr>
        <p:spPr>
          <a:xfrm>
            <a:off x="175281" y="0"/>
            <a:ext cx="11382310" cy="925508"/>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3F3F3F"/>
              </a:buClr>
              <a:buSzPct val="100000"/>
              <a:buFont typeface="Geo"/>
              <a:buNone/>
            </a:pPr>
            <a:r>
              <a:rPr lang="en-IN" b="1"/>
              <a:t>TERM </a:t>
            </a:r>
            <a:r>
              <a:rPr lang="en-IN" b="1">
                <a:solidFill>
                  <a:srgbClr val="00B0F0"/>
                </a:solidFill>
              </a:rPr>
              <a:t>INFORMATION SYSTEMS ENGINEERING</a:t>
            </a:r>
            <a:endParaRPr/>
          </a:p>
        </p:txBody>
      </p:sp>
      <p:sp>
        <p:nvSpPr>
          <p:cNvPr id="167" name="Google Shape;167;p6"/>
          <p:cNvSpPr txBox="1">
            <a:spLocks noGrp="1"/>
          </p:cNvSpPr>
          <p:nvPr>
            <p:ph type="body" idx="1"/>
          </p:nvPr>
        </p:nvSpPr>
        <p:spPr>
          <a:xfrm>
            <a:off x="175281" y="1063256"/>
            <a:ext cx="6002235" cy="721104"/>
          </a:xfrm>
          <a:prstGeom prst="rect">
            <a:avLst/>
          </a:prstGeom>
          <a:noFill/>
          <a:ln>
            <a:noFill/>
          </a:ln>
        </p:spPr>
        <p:txBody>
          <a:bodyPr spcFirstLastPara="1" wrap="square" lIns="0" tIns="45700" rIns="0" bIns="45700" anchor="t" anchorCtr="0">
            <a:noAutofit/>
          </a:bodyPr>
          <a:lstStyle/>
          <a:p>
            <a:pPr marL="91440" lvl="0" indent="-152400" algn="l" rtl="0">
              <a:lnSpc>
                <a:spcPct val="110000"/>
              </a:lnSpc>
              <a:spcBef>
                <a:spcPts val="0"/>
              </a:spcBef>
              <a:spcAft>
                <a:spcPts val="0"/>
              </a:spcAft>
              <a:buSzPts val="2400"/>
              <a:buChar char=" "/>
            </a:pPr>
            <a:r>
              <a:rPr lang="en-IN" sz="2400" b="1">
                <a:solidFill>
                  <a:schemeClr val="dk1"/>
                </a:solidFill>
              </a:rPr>
              <a:t>CONFERENCE ON ADVANCED INFORMATION SYSTEMS ENGINEERING (ISE COMMUNITY)</a:t>
            </a:r>
            <a:endParaRPr sz="2400" b="1">
              <a:solidFill>
                <a:schemeClr val="dk1"/>
              </a:solidFill>
            </a:endParaRPr>
          </a:p>
        </p:txBody>
      </p:sp>
      <p:sp>
        <p:nvSpPr>
          <p:cNvPr id="168" name="Google Shape;168;p6"/>
          <p:cNvSpPr txBox="1"/>
          <p:nvPr/>
        </p:nvSpPr>
        <p:spPr>
          <a:xfrm>
            <a:off x="175282" y="2136924"/>
            <a:ext cx="5640728"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i="0" u="none" strike="noStrike" cap="none">
                <a:solidFill>
                  <a:srgbClr val="FF0000"/>
                </a:solidFill>
                <a:latin typeface="Arial"/>
                <a:ea typeface="Arial"/>
                <a:cs typeface="Arial"/>
                <a:sym typeface="Arial"/>
              </a:rPr>
              <a:t>Information systems engineering is situated at the intersection of </a:t>
            </a:r>
            <a:r>
              <a:rPr lang="en-IN" sz="1800" b="1" i="0" u="none" strike="noStrike" cap="none">
                <a:solidFill>
                  <a:srgbClr val="00B0F0"/>
                </a:solidFill>
                <a:latin typeface="Arial"/>
                <a:ea typeface="Arial"/>
                <a:cs typeface="Arial"/>
                <a:sym typeface="Arial"/>
              </a:rPr>
              <a:t>information systems, databases and software engineering</a:t>
            </a:r>
            <a:r>
              <a:rPr lang="en-IN" sz="1800" b="0" i="0" u="none" strike="noStrike" cap="none">
                <a:solidFill>
                  <a:schemeClr val="dk1"/>
                </a:solidFill>
                <a:latin typeface="Arial"/>
                <a:ea typeface="Arial"/>
                <a:cs typeface="Arial"/>
                <a:sym typeface="Arial"/>
              </a:rPr>
              <a:t>. The term was coined around 1990, possibly in connection with the start-up of the later so successful CAiSE (Conference on Advanced Information Systems Engineering) series of conferences. </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IN" sz="1800">
                <a:solidFill>
                  <a:schemeClr val="dk1"/>
                </a:solidFill>
                <a:latin typeface="Arial"/>
                <a:ea typeface="Arial"/>
                <a:cs typeface="Arial"/>
                <a:sym typeface="Arial"/>
              </a:rPr>
              <a:t>It is notable that there are indeed three research communities corresponding to each of the above-mentioned fields, the ISworld, DBworld and SEworld communities.</a:t>
            </a:r>
            <a:endParaRPr sz="1800">
              <a:solidFill>
                <a:schemeClr val="dk1"/>
              </a:solidFill>
              <a:latin typeface="Arial"/>
              <a:ea typeface="Arial"/>
              <a:cs typeface="Arial"/>
              <a:sym typeface="Arial"/>
            </a:endParaRPr>
          </a:p>
        </p:txBody>
      </p:sp>
      <p:sp>
        <p:nvSpPr>
          <p:cNvPr id="169" name="Google Shape;169;p6"/>
          <p:cNvSpPr txBox="1">
            <a:spLocks noGrp="1"/>
          </p:cNvSpPr>
          <p:nvPr>
            <p:ph type="body" idx="2"/>
          </p:nvPr>
        </p:nvSpPr>
        <p:spPr>
          <a:xfrm>
            <a:off x="6529141" y="2136924"/>
            <a:ext cx="5339358" cy="3093996"/>
          </a:xfrm>
          <a:prstGeom prst="rect">
            <a:avLst/>
          </a:prstGeom>
          <a:noFill/>
          <a:ln>
            <a:noFill/>
          </a:ln>
        </p:spPr>
        <p:txBody>
          <a:bodyPr spcFirstLastPara="1" wrap="square" lIns="0" tIns="45700" rIns="0" bIns="45700" anchor="t" anchorCtr="0">
            <a:noAutofit/>
          </a:bodyPr>
          <a:lstStyle/>
          <a:p>
            <a:pPr marL="91440" lvl="0" indent="-114300" algn="l" rtl="0">
              <a:lnSpc>
                <a:spcPct val="110000"/>
              </a:lnSpc>
              <a:spcBef>
                <a:spcPts val="0"/>
              </a:spcBef>
              <a:spcAft>
                <a:spcPts val="0"/>
              </a:spcAft>
              <a:buSzPts val="1800"/>
              <a:buChar char=" "/>
            </a:pPr>
            <a:r>
              <a:rPr lang="en-IN" sz="1800">
                <a:latin typeface="Arial"/>
                <a:ea typeface="Arial"/>
                <a:cs typeface="Arial"/>
                <a:sym typeface="Arial"/>
              </a:rPr>
              <a:t>Information Systems Engineering is an interdisciplinary approach and means to enable the realization of successful information systems. </a:t>
            </a:r>
            <a:endParaRPr/>
          </a:p>
          <a:p>
            <a:pPr marL="91440" lvl="0" indent="-114300" algn="l" rtl="0">
              <a:lnSpc>
                <a:spcPct val="110000"/>
              </a:lnSpc>
              <a:spcBef>
                <a:spcPts val="1400"/>
              </a:spcBef>
              <a:spcAft>
                <a:spcPts val="0"/>
              </a:spcAft>
              <a:buSzPts val="1800"/>
              <a:buChar char=" "/>
            </a:pPr>
            <a:r>
              <a:rPr lang="en-IN" sz="1800" b="1" i="1">
                <a:solidFill>
                  <a:srgbClr val="FF0000"/>
                </a:solidFill>
                <a:latin typeface="Arial"/>
                <a:ea typeface="Arial"/>
                <a:cs typeface="Arial"/>
                <a:sym typeface="Arial"/>
              </a:rPr>
              <a:t>ISE focuses </a:t>
            </a:r>
            <a:r>
              <a:rPr lang="en-IN" sz="1800" b="1" i="1">
                <a:solidFill>
                  <a:schemeClr val="dk1"/>
                </a:solidFill>
                <a:latin typeface="Arial"/>
                <a:ea typeface="Arial"/>
                <a:cs typeface="Arial"/>
                <a:sym typeface="Arial"/>
              </a:rPr>
              <a:t>on defining customer needs and required functionality early in the development cycle, documenting requirements, then proceeding with design synthesis, and system validation and deployment while considering the complete problem: - Operations &amp; Maintenance, Performance, Cost &amp; Schedule, Test, Realization, Training &amp; Support, Disposal, Social aspects</a:t>
            </a:r>
            <a:endParaRPr sz="1800" b="1" i="1">
              <a:solidFill>
                <a:schemeClr val="dk1"/>
              </a:solidFill>
              <a:latin typeface="Arial"/>
              <a:ea typeface="Arial"/>
              <a:cs typeface="Arial"/>
              <a:sym typeface="Arial"/>
            </a:endParaRPr>
          </a:p>
        </p:txBody>
      </p:sp>
      <p:sp>
        <p:nvSpPr>
          <p:cNvPr id="170" name="Google Shape;170;p6"/>
          <p:cNvSpPr txBox="1"/>
          <p:nvPr/>
        </p:nvSpPr>
        <p:spPr>
          <a:xfrm>
            <a:off x="6515944" y="1040158"/>
            <a:ext cx="4739556" cy="721103"/>
          </a:xfrm>
          <a:prstGeom prst="rect">
            <a:avLst/>
          </a:prstGeom>
          <a:noFill/>
          <a:ln>
            <a:noFill/>
          </a:ln>
        </p:spPr>
        <p:txBody>
          <a:bodyPr spcFirstLastPara="1" wrap="square" lIns="0" tIns="45700" rIns="0" bIns="45700" anchor="t" anchorCtr="0">
            <a:noAutofit/>
          </a:bodyPr>
          <a:lstStyle/>
          <a:p>
            <a:pPr marL="91440" marR="0" lvl="0" indent="-152400" algn="l" rtl="0">
              <a:lnSpc>
                <a:spcPct val="110000"/>
              </a:lnSpc>
              <a:spcBef>
                <a:spcPts val="0"/>
              </a:spcBef>
              <a:spcAft>
                <a:spcPts val="0"/>
              </a:spcAft>
              <a:buClr>
                <a:schemeClr val="accent1"/>
              </a:buClr>
              <a:buSzPts val="2400"/>
              <a:buFont typeface="Calibri"/>
              <a:buChar char=" "/>
            </a:pPr>
            <a:r>
              <a:rPr lang="en-IN" sz="2400" b="1" u="none">
                <a:solidFill>
                  <a:schemeClr val="dk1"/>
                </a:solidFill>
                <a:latin typeface="Arial"/>
                <a:ea typeface="Arial"/>
                <a:cs typeface="Arial"/>
                <a:sym typeface="Arial"/>
              </a:rPr>
              <a:t>INTERNATIONAL COUNCIL ON SYSTEMS ENGINEERING (INCOSE)</a:t>
            </a:r>
            <a:endParaRPr sz="2400" b="1" u="none">
              <a:solidFill>
                <a:schemeClr val="dk1"/>
              </a:solidFill>
              <a:latin typeface="Arial"/>
              <a:ea typeface="Arial"/>
              <a:cs typeface="Arial"/>
              <a:sym typeface="Arial"/>
            </a:endParaRPr>
          </a:p>
        </p:txBody>
      </p:sp>
      <p:sp>
        <p:nvSpPr>
          <p:cNvPr id="171" name="Google Shape;171;p6"/>
          <p:cNvSpPr txBox="1"/>
          <p:nvPr/>
        </p:nvSpPr>
        <p:spPr>
          <a:xfrm>
            <a:off x="566183" y="5935884"/>
            <a:ext cx="740823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i="0">
                <a:solidFill>
                  <a:srgbClr val="5F6368"/>
                </a:solidFill>
                <a:latin typeface="Arial"/>
                <a:ea typeface="Arial"/>
                <a:cs typeface="Arial"/>
                <a:sym typeface="Arial"/>
              </a:rPr>
              <a:t>Information Systems Engineering: What Is It? (</a:t>
            </a:r>
            <a:r>
              <a:rPr lang="en-IN" sz="1800" i="0">
                <a:solidFill>
                  <a:srgbClr val="5F6368"/>
                </a:solidFill>
                <a:latin typeface="Arial"/>
                <a:ea typeface="Arial"/>
                <a:cs typeface="Arial"/>
                <a:sym typeface="Arial"/>
              </a:rPr>
              <a:t>Wangler</a:t>
            </a:r>
            <a:r>
              <a:rPr lang="en-IN" sz="1800" i="0">
                <a:solidFill>
                  <a:srgbClr val="4D5156"/>
                </a:solidFill>
                <a:latin typeface="Arial"/>
                <a:ea typeface="Arial"/>
                <a:cs typeface="Arial"/>
                <a:sym typeface="Arial"/>
              </a:rPr>
              <a:t> and Backlund, 2005)</a:t>
            </a:r>
            <a:endParaRPr sz="18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7"/>
          <p:cNvSpPr txBox="1">
            <a:spLocks noGrp="1"/>
          </p:cNvSpPr>
          <p:nvPr>
            <p:ph type="title"/>
          </p:nvPr>
        </p:nvSpPr>
        <p:spPr>
          <a:xfrm>
            <a:off x="175281" y="0"/>
            <a:ext cx="11382310" cy="925508"/>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3F3F3F"/>
              </a:buClr>
              <a:buSzPct val="100000"/>
              <a:buFont typeface="Geo"/>
              <a:buNone/>
            </a:pPr>
            <a:r>
              <a:rPr lang="en-IN" b="1"/>
              <a:t>TERM </a:t>
            </a:r>
            <a:r>
              <a:rPr lang="en-IN" b="1">
                <a:solidFill>
                  <a:srgbClr val="00B0F0"/>
                </a:solidFill>
              </a:rPr>
              <a:t>INFORMATION SYSTEMS ENGINEERING</a:t>
            </a:r>
            <a:endParaRPr/>
          </a:p>
        </p:txBody>
      </p:sp>
      <p:sp>
        <p:nvSpPr>
          <p:cNvPr id="177" name="Google Shape;177;p7"/>
          <p:cNvSpPr txBox="1"/>
          <p:nvPr/>
        </p:nvSpPr>
        <p:spPr>
          <a:xfrm>
            <a:off x="566183" y="5794744"/>
            <a:ext cx="740823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i="0">
                <a:solidFill>
                  <a:srgbClr val="5F6368"/>
                </a:solidFill>
                <a:latin typeface="Arial"/>
                <a:ea typeface="Arial"/>
                <a:cs typeface="Arial"/>
                <a:sym typeface="Arial"/>
              </a:rPr>
              <a:t>Information Systems Engineering: What Is It? (</a:t>
            </a:r>
            <a:r>
              <a:rPr lang="en-IN" sz="1800" i="0">
                <a:solidFill>
                  <a:srgbClr val="5F6368"/>
                </a:solidFill>
                <a:latin typeface="Arial"/>
                <a:ea typeface="Arial"/>
                <a:cs typeface="Arial"/>
                <a:sym typeface="Arial"/>
              </a:rPr>
              <a:t>Wangler</a:t>
            </a:r>
            <a:r>
              <a:rPr lang="en-IN" sz="1800" i="0">
                <a:solidFill>
                  <a:srgbClr val="4D5156"/>
                </a:solidFill>
                <a:latin typeface="Arial"/>
                <a:ea typeface="Arial"/>
                <a:cs typeface="Arial"/>
                <a:sym typeface="Arial"/>
              </a:rPr>
              <a:t> and Backlund, 2005)</a:t>
            </a:r>
            <a:endParaRPr sz="1800">
              <a:solidFill>
                <a:schemeClr val="dk1"/>
              </a:solidFill>
              <a:latin typeface="Arial"/>
              <a:ea typeface="Arial"/>
              <a:cs typeface="Arial"/>
              <a:sym typeface="Arial"/>
            </a:endParaRPr>
          </a:p>
        </p:txBody>
      </p:sp>
      <p:sp>
        <p:nvSpPr>
          <p:cNvPr id="178" name="Google Shape;178;p7"/>
          <p:cNvSpPr txBox="1"/>
          <p:nvPr/>
        </p:nvSpPr>
        <p:spPr>
          <a:xfrm>
            <a:off x="335526" y="1270429"/>
            <a:ext cx="5760474" cy="4524315"/>
          </a:xfrm>
          <a:prstGeom prst="rect">
            <a:avLst/>
          </a:prstGeom>
          <a:solidFill>
            <a:schemeClr val="lt1"/>
          </a:solid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Arial"/>
              <a:buChar char="•"/>
            </a:pPr>
            <a:r>
              <a:rPr lang="en-IN" sz="2400" b="0" i="1" u="none" strike="noStrike">
                <a:solidFill>
                  <a:schemeClr val="dk1"/>
                </a:solidFill>
                <a:latin typeface="Times New Roman"/>
                <a:ea typeface="Times New Roman"/>
                <a:cs typeface="Times New Roman"/>
                <a:sym typeface="Times New Roman"/>
              </a:rPr>
              <a:t>Information Systems Engineering </a:t>
            </a:r>
            <a:r>
              <a:rPr lang="en-IN" sz="2400" b="0" i="1" u="none" strike="noStrike">
                <a:solidFill>
                  <a:srgbClr val="FF0000"/>
                </a:solidFill>
                <a:latin typeface="Times New Roman"/>
                <a:ea typeface="Times New Roman"/>
                <a:cs typeface="Times New Roman"/>
                <a:sym typeface="Times New Roman"/>
              </a:rPr>
              <a:t>integrates all the disciplines </a:t>
            </a:r>
            <a:r>
              <a:rPr lang="en-IN" sz="2400" b="0" i="1" u="none" strike="noStrike">
                <a:solidFill>
                  <a:schemeClr val="dk1"/>
                </a:solidFill>
                <a:latin typeface="Times New Roman"/>
                <a:ea typeface="Times New Roman"/>
                <a:cs typeface="Times New Roman"/>
                <a:sym typeface="Times New Roman"/>
              </a:rPr>
              <a:t>and specialty groups into a team effort </a:t>
            </a:r>
            <a:r>
              <a:rPr lang="en-IN" sz="2400" b="0" i="1" u="none" strike="noStrike">
                <a:solidFill>
                  <a:srgbClr val="FF0000"/>
                </a:solidFill>
                <a:latin typeface="Times New Roman"/>
                <a:ea typeface="Times New Roman"/>
                <a:cs typeface="Times New Roman"/>
                <a:sym typeface="Times New Roman"/>
              </a:rPr>
              <a:t>forming a structured development process </a:t>
            </a:r>
            <a:r>
              <a:rPr lang="en-IN" sz="2400" b="0" i="1" u="none" strike="noStrike">
                <a:solidFill>
                  <a:schemeClr val="dk1"/>
                </a:solidFill>
                <a:latin typeface="Times New Roman"/>
                <a:ea typeface="Times New Roman"/>
                <a:cs typeface="Times New Roman"/>
                <a:sym typeface="Times New Roman"/>
              </a:rPr>
              <a:t>that proceeds from concept to production to operation.</a:t>
            </a:r>
            <a:endParaRPr/>
          </a:p>
          <a:p>
            <a:pPr marL="285750" marR="0" lvl="0" indent="-133350" algn="l" rtl="0">
              <a:spcBef>
                <a:spcPts val="0"/>
              </a:spcBef>
              <a:spcAft>
                <a:spcPts val="0"/>
              </a:spcAft>
              <a:buClr>
                <a:schemeClr val="dk1"/>
              </a:buClr>
              <a:buSzPts val="2400"/>
              <a:buFont typeface="Arial"/>
              <a:buNone/>
            </a:pPr>
            <a:endParaRPr sz="2400" b="0" i="1" u="none" strike="noStrike">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2400"/>
              <a:buFont typeface="Arial"/>
              <a:buChar char="•"/>
            </a:pPr>
            <a:r>
              <a:rPr lang="en-IN" sz="2400" b="0" i="1" u="none" strike="noStrike">
                <a:solidFill>
                  <a:schemeClr val="dk1"/>
                </a:solidFill>
                <a:latin typeface="Times New Roman"/>
                <a:ea typeface="Times New Roman"/>
                <a:cs typeface="Times New Roman"/>
                <a:sym typeface="Times New Roman"/>
              </a:rPr>
              <a:t>Information Systems Engineering considers both the </a:t>
            </a:r>
            <a:r>
              <a:rPr lang="en-IN" sz="2400" b="0" i="1" u="none" strike="noStrike">
                <a:solidFill>
                  <a:srgbClr val="FF0000"/>
                </a:solidFill>
                <a:latin typeface="Times New Roman"/>
                <a:ea typeface="Times New Roman"/>
                <a:cs typeface="Times New Roman"/>
                <a:sym typeface="Times New Roman"/>
              </a:rPr>
              <a:t>business and the technical needs of all customers </a:t>
            </a:r>
            <a:r>
              <a:rPr lang="en-IN" sz="2400" b="0" i="1" u="none" strike="noStrike">
                <a:solidFill>
                  <a:schemeClr val="dk1"/>
                </a:solidFill>
                <a:latin typeface="Times New Roman"/>
                <a:ea typeface="Times New Roman"/>
                <a:cs typeface="Times New Roman"/>
                <a:sym typeface="Times New Roman"/>
              </a:rPr>
              <a:t>with the goal of providing a quality product that meets the user needs.</a:t>
            </a:r>
            <a:endParaRPr sz="2400">
              <a:solidFill>
                <a:schemeClr val="dk1"/>
              </a:solidFill>
              <a:latin typeface="Arial"/>
              <a:ea typeface="Arial"/>
              <a:cs typeface="Arial"/>
              <a:sym typeface="Arial"/>
            </a:endParaRPr>
          </a:p>
        </p:txBody>
      </p:sp>
      <p:sp>
        <p:nvSpPr>
          <p:cNvPr id="179" name="Google Shape;179;p7"/>
          <p:cNvSpPr txBox="1"/>
          <p:nvPr/>
        </p:nvSpPr>
        <p:spPr>
          <a:xfrm>
            <a:off x="6095998" y="1270429"/>
            <a:ext cx="5760475" cy="489364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b="0" i="1" u="none" strike="noStrike">
                <a:solidFill>
                  <a:schemeClr val="dk1"/>
                </a:solidFill>
                <a:latin typeface="Times New Roman"/>
                <a:ea typeface="Times New Roman"/>
                <a:cs typeface="Times New Roman"/>
                <a:sym typeface="Times New Roman"/>
              </a:rPr>
              <a:t>There are at least </a:t>
            </a:r>
            <a:r>
              <a:rPr lang="en-IN" sz="2400" b="0" i="1" u="none" strike="noStrike">
                <a:solidFill>
                  <a:srgbClr val="FF0000"/>
                </a:solidFill>
                <a:latin typeface="Times New Roman"/>
                <a:ea typeface="Times New Roman"/>
                <a:cs typeface="Times New Roman"/>
                <a:sym typeface="Times New Roman"/>
              </a:rPr>
              <a:t>three broad areas </a:t>
            </a:r>
            <a:r>
              <a:rPr lang="en-IN" sz="2400" b="0" i="1" u="none" strike="noStrike">
                <a:solidFill>
                  <a:schemeClr val="dk1"/>
                </a:solidFill>
                <a:latin typeface="Times New Roman"/>
                <a:ea typeface="Times New Roman"/>
                <a:cs typeface="Times New Roman"/>
                <a:sym typeface="Times New Roman"/>
              </a:rPr>
              <a:t>of knowledge that are needed for successful work in information systems engineering (cf. Iivari [19]):</a:t>
            </a:r>
            <a:endParaRPr/>
          </a:p>
          <a:p>
            <a:pPr marL="342900" marR="0" lvl="0" indent="-342900" algn="l" rtl="0">
              <a:spcBef>
                <a:spcPts val="0"/>
              </a:spcBef>
              <a:spcAft>
                <a:spcPts val="0"/>
              </a:spcAft>
              <a:buClr>
                <a:schemeClr val="dk1"/>
              </a:buClr>
              <a:buSzPts val="2400"/>
              <a:buFont typeface="Arial"/>
              <a:buChar char="•"/>
            </a:pPr>
            <a:r>
              <a:rPr lang="en-IN" sz="2400" b="0" i="1" u="none" strike="noStrike">
                <a:solidFill>
                  <a:schemeClr val="dk1"/>
                </a:solidFill>
                <a:latin typeface="Times New Roman"/>
                <a:ea typeface="Times New Roman"/>
                <a:cs typeface="Times New Roman"/>
                <a:sym typeface="Times New Roman"/>
              </a:rPr>
              <a:t>knowledge of information systems domains and applications,</a:t>
            </a:r>
            <a:endParaRPr/>
          </a:p>
          <a:p>
            <a:pPr marL="342900" marR="0" lvl="0" indent="-342900" algn="l" rtl="0">
              <a:spcBef>
                <a:spcPts val="0"/>
              </a:spcBef>
              <a:spcAft>
                <a:spcPts val="0"/>
              </a:spcAft>
              <a:buClr>
                <a:schemeClr val="dk1"/>
              </a:buClr>
              <a:buSzPts val="2400"/>
              <a:buFont typeface="Arial"/>
              <a:buChar char="•"/>
            </a:pPr>
            <a:r>
              <a:rPr lang="en-IN" sz="2400" b="0" i="1" u="none" strike="noStrike">
                <a:solidFill>
                  <a:schemeClr val="dk1"/>
                </a:solidFill>
                <a:latin typeface="Times New Roman"/>
                <a:ea typeface="Times New Roman"/>
                <a:cs typeface="Times New Roman"/>
                <a:sym typeface="Times New Roman"/>
              </a:rPr>
              <a:t>knowledge about methods, models, and tools for business and systems</a:t>
            </a:r>
            <a:endParaRPr/>
          </a:p>
          <a:p>
            <a:pPr marL="342900" marR="0" lvl="0" indent="-342900" algn="l" rtl="0">
              <a:spcBef>
                <a:spcPts val="0"/>
              </a:spcBef>
              <a:spcAft>
                <a:spcPts val="0"/>
              </a:spcAft>
              <a:buClr>
                <a:schemeClr val="dk1"/>
              </a:buClr>
              <a:buSzPts val="2400"/>
              <a:buFont typeface="Arial"/>
              <a:buChar char="•"/>
            </a:pPr>
            <a:r>
              <a:rPr lang="en-IN" sz="2400" b="0" i="1" u="none" strike="noStrike">
                <a:solidFill>
                  <a:schemeClr val="dk1"/>
                </a:solidFill>
                <a:latin typeface="Times New Roman"/>
                <a:ea typeface="Times New Roman"/>
                <a:cs typeface="Times New Roman"/>
                <a:sym typeface="Times New Roman"/>
              </a:rPr>
              <a:t>analysis and design, deployment, and operations and maintenance,</a:t>
            </a:r>
            <a:endParaRPr/>
          </a:p>
          <a:p>
            <a:pPr marL="342900" marR="0" lvl="0" indent="-342900" algn="l" rtl="0">
              <a:spcBef>
                <a:spcPts val="0"/>
              </a:spcBef>
              <a:spcAft>
                <a:spcPts val="0"/>
              </a:spcAft>
              <a:buClr>
                <a:schemeClr val="dk1"/>
              </a:buClr>
              <a:buSzPts val="2400"/>
              <a:buFont typeface="Arial"/>
              <a:buChar char="•"/>
            </a:pPr>
            <a:r>
              <a:rPr lang="en-IN" sz="2400" b="0" i="1" u="none" strike="noStrike">
                <a:solidFill>
                  <a:schemeClr val="dk1"/>
                </a:solidFill>
                <a:latin typeface="Times New Roman"/>
                <a:ea typeface="Times New Roman"/>
                <a:cs typeface="Times New Roman"/>
                <a:sym typeface="Times New Roman"/>
              </a:rPr>
              <a:t>knowledge of the technology needed for building systems and integrating</a:t>
            </a:r>
            <a:endParaRPr/>
          </a:p>
          <a:p>
            <a:pPr marL="342900" marR="0" lvl="0" indent="-342900" algn="l" rtl="0">
              <a:spcBef>
                <a:spcPts val="0"/>
              </a:spcBef>
              <a:spcAft>
                <a:spcPts val="0"/>
              </a:spcAft>
              <a:buClr>
                <a:schemeClr val="dk1"/>
              </a:buClr>
              <a:buSzPts val="2400"/>
              <a:buFont typeface="Arial"/>
              <a:buChar char="•"/>
            </a:pPr>
            <a:r>
              <a:rPr lang="en-IN" sz="2400" b="0" i="1" u="none" strike="noStrike">
                <a:solidFill>
                  <a:schemeClr val="dk1"/>
                </a:solidFill>
                <a:latin typeface="Times New Roman"/>
                <a:ea typeface="Times New Roman"/>
                <a:cs typeface="Times New Roman"/>
                <a:sym typeface="Times New Roman"/>
              </a:rPr>
              <a:t>them with legacy components.</a:t>
            </a:r>
            <a:endParaRPr sz="2400" i="1">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8"/>
          <p:cNvSpPr txBox="1">
            <a:spLocks noGrp="1"/>
          </p:cNvSpPr>
          <p:nvPr>
            <p:ph type="title"/>
          </p:nvPr>
        </p:nvSpPr>
        <p:spPr>
          <a:xfrm>
            <a:off x="609600" y="215372"/>
            <a:ext cx="10972800"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400"/>
              <a:buFont typeface="Times New Roman"/>
              <a:buNone/>
            </a:pPr>
            <a:r>
              <a:rPr lang="en-IN" sz="3400"/>
              <a:t>Developing Information Systems and the Systems Development Life Cycle</a:t>
            </a:r>
            <a:endParaRPr sz="2000" b="0"/>
          </a:p>
        </p:txBody>
      </p:sp>
      <p:sp>
        <p:nvSpPr>
          <p:cNvPr id="185" name="Google Shape;185;p8"/>
          <p:cNvSpPr txBox="1">
            <a:spLocks noGrp="1"/>
          </p:cNvSpPr>
          <p:nvPr>
            <p:ph type="body" idx="2"/>
          </p:nvPr>
        </p:nvSpPr>
        <p:spPr>
          <a:xfrm>
            <a:off x="737192" y="1975449"/>
            <a:ext cx="11181906" cy="3922859"/>
          </a:xfrm>
          <a:prstGeom prst="rect">
            <a:avLst/>
          </a:prstGeom>
          <a:noFill/>
          <a:ln>
            <a:noFill/>
          </a:ln>
        </p:spPr>
        <p:txBody>
          <a:bodyPr spcFirstLastPara="1" wrap="square" lIns="0" tIns="0" rIns="0" bIns="0" anchor="t" anchorCtr="0">
            <a:normAutofit/>
          </a:bodyPr>
          <a:lstStyle/>
          <a:p>
            <a:pPr marL="91440" lvl="0" indent="-91440" algn="l" rtl="0">
              <a:lnSpc>
                <a:spcPct val="110000"/>
              </a:lnSpc>
              <a:spcBef>
                <a:spcPts val="0"/>
              </a:spcBef>
              <a:spcAft>
                <a:spcPts val="0"/>
              </a:spcAft>
              <a:buSzPts val="2400"/>
              <a:buChar char=" "/>
            </a:pPr>
            <a:r>
              <a:rPr lang="en-IN" b="1">
                <a:solidFill>
                  <a:srgbClr val="00B0F0"/>
                </a:solidFill>
              </a:rPr>
              <a:t>Systems development methodology</a:t>
            </a:r>
            <a:endParaRPr/>
          </a:p>
          <a:p>
            <a:pPr marL="384048" lvl="1" indent="-284400" algn="l" rtl="0">
              <a:lnSpc>
                <a:spcPct val="100000"/>
              </a:lnSpc>
              <a:spcBef>
                <a:spcPts val="400"/>
              </a:spcBef>
              <a:spcAft>
                <a:spcPts val="0"/>
              </a:spcAft>
              <a:buClr>
                <a:srgbClr val="3F3F3F"/>
              </a:buClr>
              <a:buSzPts val="2400"/>
              <a:buChar char="◦"/>
            </a:pPr>
            <a:r>
              <a:rPr lang="en-IN" b="1"/>
              <a:t>A </a:t>
            </a:r>
            <a:r>
              <a:rPr lang="en-IN" b="1">
                <a:solidFill>
                  <a:srgbClr val="FF0000"/>
                </a:solidFill>
              </a:rPr>
              <a:t>standard process </a:t>
            </a:r>
            <a:r>
              <a:rPr lang="en-IN" b="1"/>
              <a:t>followed in an organization to conduct all the steps necessary to analyze, design, implement, and maintain information systems</a:t>
            </a:r>
            <a:endParaRPr/>
          </a:p>
          <a:p>
            <a:pPr marL="91440" lvl="0" indent="-91440" algn="l" rtl="0">
              <a:lnSpc>
                <a:spcPct val="110000"/>
              </a:lnSpc>
              <a:spcBef>
                <a:spcPts val="1600"/>
              </a:spcBef>
              <a:spcAft>
                <a:spcPts val="0"/>
              </a:spcAft>
              <a:buSzPts val="2400"/>
              <a:buChar char=" "/>
            </a:pPr>
            <a:r>
              <a:rPr lang="en-IN" b="1">
                <a:solidFill>
                  <a:srgbClr val="00B0F0"/>
                </a:solidFill>
              </a:rPr>
              <a:t>The systems development life cycle (S</a:t>
            </a:r>
            <a:r>
              <a:rPr lang="en-IN" sz="100" b="1">
                <a:solidFill>
                  <a:srgbClr val="00B0F0"/>
                </a:solidFill>
              </a:rPr>
              <a:t> </a:t>
            </a:r>
            <a:r>
              <a:rPr lang="en-IN" b="1">
                <a:solidFill>
                  <a:srgbClr val="00B0F0"/>
                </a:solidFill>
              </a:rPr>
              <a:t>D</a:t>
            </a:r>
            <a:r>
              <a:rPr lang="en-IN" sz="100" b="1">
                <a:solidFill>
                  <a:srgbClr val="00B0F0"/>
                </a:solidFill>
              </a:rPr>
              <a:t> </a:t>
            </a:r>
            <a:r>
              <a:rPr lang="en-IN" b="1">
                <a:solidFill>
                  <a:srgbClr val="00B0F0"/>
                </a:solidFill>
              </a:rPr>
              <a:t>L</a:t>
            </a:r>
            <a:r>
              <a:rPr lang="en-IN" sz="100" b="1">
                <a:solidFill>
                  <a:srgbClr val="00B0F0"/>
                </a:solidFill>
              </a:rPr>
              <a:t> </a:t>
            </a:r>
            <a:r>
              <a:rPr lang="en-IN" b="1">
                <a:solidFill>
                  <a:srgbClr val="00B0F0"/>
                </a:solidFill>
              </a:rPr>
              <a:t>C)</a:t>
            </a:r>
            <a:endParaRPr/>
          </a:p>
          <a:p>
            <a:pPr marL="384048" lvl="1" indent="-284400" algn="l" rtl="0">
              <a:lnSpc>
                <a:spcPct val="100000"/>
              </a:lnSpc>
              <a:spcBef>
                <a:spcPts val="400"/>
              </a:spcBef>
              <a:spcAft>
                <a:spcPts val="0"/>
              </a:spcAft>
              <a:buClr>
                <a:srgbClr val="3F3F3F"/>
              </a:buClr>
              <a:buSzPts val="2400"/>
              <a:buChar char="◦"/>
            </a:pPr>
            <a:r>
              <a:rPr lang="en-IN" b="1"/>
              <a:t>The </a:t>
            </a:r>
            <a:r>
              <a:rPr lang="en-IN" b="1">
                <a:solidFill>
                  <a:srgbClr val="FF0000"/>
                </a:solidFill>
              </a:rPr>
              <a:t>traditional methodology </a:t>
            </a:r>
            <a:r>
              <a:rPr lang="en-IN" b="1"/>
              <a:t>used to develop, maintain, and replace information systems</a:t>
            </a:r>
            <a:endParaRPr/>
          </a:p>
          <a:p>
            <a:pPr marL="566928" lvl="2" indent="-230399" algn="l" rtl="0">
              <a:lnSpc>
                <a:spcPct val="100000"/>
              </a:lnSpc>
              <a:spcBef>
                <a:spcPts val="600"/>
              </a:spcBef>
              <a:spcAft>
                <a:spcPts val="0"/>
              </a:spcAft>
              <a:buClr>
                <a:srgbClr val="3F3F3F"/>
              </a:buClr>
              <a:buSzPts val="2400"/>
              <a:buChar char="◦"/>
            </a:pPr>
            <a:r>
              <a:rPr lang="en-IN" b="1"/>
              <a:t>Features several phases that mark the progress of the systems analysis and design efforts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9"/>
          <p:cNvSpPr txBox="1">
            <a:spLocks noGrp="1"/>
          </p:cNvSpPr>
          <p:nvPr>
            <p:ph type="title"/>
          </p:nvPr>
        </p:nvSpPr>
        <p:spPr>
          <a:xfrm>
            <a:off x="1981200" y="215901"/>
            <a:ext cx="8229600" cy="1096963"/>
          </a:xfrm>
          <a:prstGeom prst="rect">
            <a:avLst/>
          </a:prstGeom>
          <a:noFill/>
          <a:ln>
            <a:noFill/>
          </a:ln>
        </p:spPr>
        <p:txBody>
          <a:bodyPr spcFirstLastPara="1" wrap="square" lIns="0" tIns="0" rIns="0" bIns="0" anchor="b" anchorCtr="0">
            <a:normAutofit/>
          </a:bodyPr>
          <a:lstStyle/>
          <a:p>
            <a:pPr marL="0" lvl="0" indent="0" algn="ctr" rtl="0">
              <a:lnSpc>
                <a:spcPct val="100000"/>
              </a:lnSpc>
              <a:spcBef>
                <a:spcPts val="0"/>
              </a:spcBef>
              <a:spcAft>
                <a:spcPts val="0"/>
              </a:spcAft>
              <a:buSzPts val="3400"/>
              <a:buFont typeface="Times New Roman"/>
              <a:buNone/>
            </a:pPr>
            <a:r>
              <a:rPr lang="en-IN" sz="3400"/>
              <a:t>Figure 3: Systems Development Life Cycle</a:t>
            </a:r>
            <a:endParaRPr/>
          </a:p>
        </p:txBody>
      </p:sp>
      <p:pic>
        <p:nvPicPr>
          <p:cNvPr id="191" name="Google Shape;191;p9" descr="It consists of the five following phases starting at the top. Planning, analysis, design, implementation, and maintenance. Arrows indicate transitions between phases."/>
          <p:cNvPicPr preferRelativeResize="0"/>
          <p:nvPr/>
        </p:nvPicPr>
        <p:blipFill rotWithShape="1">
          <a:blip r:embed="rId3">
            <a:alphaModFix/>
          </a:blip>
          <a:srcRect/>
          <a:stretch/>
        </p:blipFill>
        <p:spPr>
          <a:xfrm>
            <a:off x="3516314" y="1914525"/>
            <a:ext cx="5280025" cy="380523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0"/>
          <p:cNvSpPr txBox="1">
            <a:spLocks noGrp="1"/>
          </p:cNvSpPr>
          <p:nvPr>
            <p:ph type="title"/>
          </p:nvPr>
        </p:nvSpPr>
        <p:spPr>
          <a:xfrm>
            <a:off x="609600" y="215372"/>
            <a:ext cx="10972800"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600"/>
              <a:buFont typeface="Times New Roman"/>
              <a:buNone/>
            </a:pPr>
            <a:r>
              <a:rPr lang="en-IN"/>
              <a:t>Phases of the S</a:t>
            </a:r>
            <a:r>
              <a:rPr lang="en-IN" sz="100"/>
              <a:t> </a:t>
            </a:r>
            <a:r>
              <a:rPr lang="en-IN"/>
              <a:t>D</a:t>
            </a:r>
            <a:r>
              <a:rPr lang="en-IN" sz="100"/>
              <a:t> </a:t>
            </a:r>
            <a:r>
              <a:rPr lang="en-IN"/>
              <a:t>L</a:t>
            </a:r>
            <a:r>
              <a:rPr lang="en-IN" sz="100"/>
              <a:t> </a:t>
            </a:r>
            <a:r>
              <a:rPr lang="en-IN"/>
              <a:t>C </a:t>
            </a:r>
            <a:r>
              <a:rPr lang="en-IN" sz="2000" b="0"/>
              <a:t>(1 of 3)</a:t>
            </a:r>
            <a:endParaRPr/>
          </a:p>
        </p:txBody>
      </p:sp>
      <p:sp>
        <p:nvSpPr>
          <p:cNvPr id="197" name="Google Shape;197;p10"/>
          <p:cNvSpPr txBox="1">
            <a:spLocks noGrp="1"/>
          </p:cNvSpPr>
          <p:nvPr>
            <p:ph type="body" idx="2"/>
          </p:nvPr>
        </p:nvSpPr>
        <p:spPr>
          <a:xfrm>
            <a:off x="609600" y="1607574"/>
            <a:ext cx="10714074" cy="4594818"/>
          </a:xfrm>
          <a:prstGeom prst="rect">
            <a:avLst/>
          </a:prstGeom>
          <a:solidFill>
            <a:schemeClr val="lt1"/>
          </a:solidFill>
          <a:ln>
            <a:noFill/>
          </a:ln>
        </p:spPr>
        <p:txBody>
          <a:bodyPr spcFirstLastPara="1" wrap="square" lIns="0" tIns="0" rIns="0" bIns="0" anchor="t" anchorCtr="0">
            <a:normAutofit/>
          </a:bodyPr>
          <a:lstStyle/>
          <a:p>
            <a:pPr marL="91440" lvl="0" indent="-91440" algn="l" rtl="0">
              <a:lnSpc>
                <a:spcPct val="110000"/>
              </a:lnSpc>
              <a:spcBef>
                <a:spcPts val="0"/>
              </a:spcBef>
              <a:spcAft>
                <a:spcPts val="0"/>
              </a:spcAft>
              <a:buSzPts val="2400"/>
              <a:buChar char=" "/>
            </a:pPr>
            <a:r>
              <a:rPr lang="en-IN" b="1">
                <a:solidFill>
                  <a:srgbClr val="00B0F0"/>
                </a:solidFill>
              </a:rPr>
              <a:t>Planning</a:t>
            </a:r>
            <a:endParaRPr/>
          </a:p>
          <a:p>
            <a:pPr marL="384048" lvl="1" indent="-284400" algn="l" rtl="0">
              <a:lnSpc>
                <a:spcPct val="100000"/>
              </a:lnSpc>
              <a:spcBef>
                <a:spcPts val="400"/>
              </a:spcBef>
              <a:spcAft>
                <a:spcPts val="0"/>
              </a:spcAft>
              <a:buClr>
                <a:srgbClr val="3F3F3F"/>
              </a:buClr>
              <a:buSzPts val="2400"/>
              <a:buChar char="◦"/>
            </a:pPr>
            <a:r>
              <a:rPr lang="en-IN" b="1"/>
              <a:t>Need for a new or enhanced system is identified</a:t>
            </a:r>
            <a:endParaRPr/>
          </a:p>
          <a:p>
            <a:pPr marL="384048" lvl="1" indent="-284400" algn="l" rtl="0">
              <a:lnSpc>
                <a:spcPct val="100000"/>
              </a:lnSpc>
              <a:spcBef>
                <a:spcPts val="600"/>
              </a:spcBef>
              <a:spcAft>
                <a:spcPts val="0"/>
              </a:spcAft>
              <a:buClr>
                <a:srgbClr val="3F3F3F"/>
              </a:buClr>
              <a:buSzPts val="2400"/>
              <a:buChar char="◦"/>
            </a:pPr>
            <a:r>
              <a:rPr lang="en-IN" b="1"/>
              <a:t>Needs are identified, analyzed, prioritized, and arranged</a:t>
            </a:r>
            <a:endParaRPr/>
          </a:p>
          <a:p>
            <a:pPr marL="384048" lvl="1" indent="-284400" algn="l" rtl="0">
              <a:lnSpc>
                <a:spcPct val="100000"/>
              </a:lnSpc>
              <a:spcBef>
                <a:spcPts val="600"/>
              </a:spcBef>
              <a:spcAft>
                <a:spcPts val="0"/>
              </a:spcAft>
              <a:buClr>
                <a:srgbClr val="3F3F3F"/>
              </a:buClr>
              <a:buSzPts val="2400"/>
              <a:buChar char="◦"/>
            </a:pPr>
            <a:r>
              <a:rPr lang="en-IN" b="1"/>
              <a:t>Determine the scope of the proposed system</a:t>
            </a:r>
            <a:endParaRPr/>
          </a:p>
          <a:p>
            <a:pPr marL="384048" lvl="1" indent="-284400" algn="l" rtl="0">
              <a:lnSpc>
                <a:spcPct val="100000"/>
              </a:lnSpc>
              <a:spcBef>
                <a:spcPts val="600"/>
              </a:spcBef>
              <a:spcAft>
                <a:spcPts val="0"/>
              </a:spcAft>
              <a:buClr>
                <a:srgbClr val="3F3F3F"/>
              </a:buClr>
              <a:buSzPts val="2400"/>
              <a:buChar char="◦"/>
            </a:pPr>
            <a:r>
              <a:rPr lang="en-IN" b="1"/>
              <a:t>Baseline project plan is developed</a:t>
            </a:r>
            <a:endParaRPr/>
          </a:p>
          <a:p>
            <a:pPr marL="91440" lvl="0" indent="-91440" algn="l" rtl="0">
              <a:lnSpc>
                <a:spcPct val="110000"/>
              </a:lnSpc>
              <a:spcBef>
                <a:spcPts val="1600"/>
              </a:spcBef>
              <a:spcAft>
                <a:spcPts val="0"/>
              </a:spcAft>
              <a:buSzPts val="2400"/>
              <a:buChar char=" "/>
            </a:pPr>
            <a:r>
              <a:rPr lang="en-IN" b="1">
                <a:solidFill>
                  <a:srgbClr val="00B0F0"/>
                </a:solidFill>
              </a:rPr>
              <a:t>Analysis</a:t>
            </a:r>
            <a:endParaRPr/>
          </a:p>
          <a:p>
            <a:pPr marL="384048" lvl="1" indent="-284400" algn="l" rtl="0">
              <a:lnSpc>
                <a:spcPct val="100000"/>
              </a:lnSpc>
              <a:spcBef>
                <a:spcPts val="400"/>
              </a:spcBef>
              <a:spcAft>
                <a:spcPts val="0"/>
              </a:spcAft>
              <a:buClr>
                <a:srgbClr val="3F3F3F"/>
              </a:buClr>
              <a:buSzPts val="2400"/>
              <a:buChar char="◦"/>
            </a:pPr>
            <a:r>
              <a:rPr lang="en-IN" b="1"/>
              <a:t>System requirements are studied from user input and structured</a:t>
            </a:r>
            <a:endParaRPr/>
          </a:p>
          <a:p>
            <a:pPr marL="384048" lvl="1" indent="-284400" algn="l" rtl="0">
              <a:lnSpc>
                <a:spcPct val="100000"/>
              </a:lnSpc>
              <a:spcBef>
                <a:spcPts val="600"/>
              </a:spcBef>
              <a:spcAft>
                <a:spcPts val="0"/>
              </a:spcAft>
              <a:buClr>
                <a:srgbClr val="3F3F3F"/>
              </a:buClr>
              <a:buSzPts val="2400"/>
              <a:buChar char="◦"/>
            </a:pPr>
            <a:r>
              <a:rPr lang="en-IN" b="1"/>
              <a:t>Requires careful study of current systems, manual and computerized, that might be replaced or be enhanced</a:t>
            </a:r>
            <a:endParaRPr/>
          </a:p>
          <a:p>
            <a:pPr marL="384048" lvl="1" indent="-284400" algn="l" rtl="0">
              <a:lnSpc>
                <a:spcPct val="100000"/>
              </a:lnSpc>
              <a:spcBef>
                <a:spcPts val="600"/>
              </a:spcBef>
              <a:spcAft>
                <a:spcPts val="0"/>
              </a:spcAft>
              <a:buClr>
                <a:srgbClr val="3F3F3F"/>
              </a:buClr>
              <a:buSzPts val="2400"/>
              <a:buChar char="◦"/>
            </a:pPr>
            <a:r>
              <a:rPr lang="en-IN" b="1"/>
              <a:t>Output is description of the alternate solution recommend by the analysis team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1"/>
          <p:cNvSpPr txBox="1">
            <a:spLocks noGrp="1"/>
          </p:cNvSpPr>
          <p:nvPr>
            <p:ph type="title"/>
          </p:nvPr>
        </p:nvSpPr>
        <p:spPr>
          <a:xfrm>
            <a:off x="609600" y="215372"/>
            <a:ext cx="10972800"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600"/>
              <a:buFont typeface="Times New Roman"/>
              <a:buNone/>
            </a:pPr>
            <a:r>
              <a:rPr lang="en-IN"/>
              <a:t>Phases of the S</a:t>
            </a:r>
            <a:r>
              <a:rPr lang="en-IN" sz="100"/>
              <a:t> </a:t>
            </a:r>
            <a:r>
              <a:rPr lang="en-IN"/>
              <a:t>D</a:t>
            </a:r>
            <a:r>
              <a:rPr lang="en-IN" sz="100"/>
              <a:t> </a:t>
            </a:r>
            <a:r>
              <a:rPr lang="en-IN"/>
              <a:t>L</a:t>
            </a:r>
            <a:r>
              <a:rPr lang="en-IN" sz="100"/>
              <a:t> </a:t>
            </a:r>
            <a:r>
              <a:rPr lang="en-IN"/>
              <a:t>C </a:t>
            </a:r>
            <a:r>
              <a:rPr lang="en-IN" sz="2000" b="0"/>
              <a:t>(2 of 3)</a:t>
            </a:r>
            <a:endParaRPr/>
          </a:p>
        </p:txBody>
      </p:sp>
      <p:sp>
        <p:nvSpPr>
          <p:cNvPr id="203" name="Google Shape;203;p11"/>
          <p:cNvSpPr txBox="1">
            <a:spLocks noGrp="1"/>
          </p:cNvSpPr>
          <p:nvPr>
            <p:ph type="body" idx="2"/>
          </p:nvPr>
        </p:nvSpPr>
        <p:spPr>
          <a:xfrm>
            <a:off x="609600" y="2001328"/>
            <a:ext cx="10756605" cy="4201064"/>
          </a:xfrm>
          <a:prstGeom prst="rect">
            <a:avLst/>
          </a:prstGeom>
          <a:noFill/>
          <a:ln>
            <a:noFill/>
          </a:ln>
        </p:spPr>
        <p:txBody>
          <a:bodyPr spcFirstLastPara="1" wrap="square" lIns="0" tIns="0" rIns="0" bIns="0" anchor="t" anchorCtr="0">
            <a:normAutofit/>
          </a:bodyPr>
          <a:lstStyle/>
          <a:p>
            <a:pPr marL="91440" lvl="0" indent="-91440" algn="l" rtl="0">
              <a:lnSpc>
                <a:spcPct val="110000"/>
              </a:lnSpc>
              <a:spcBef>
                <a:spcPts val="0"/>
              </a:spcBef>
              <a:spcAft>
                <a:spcPts val="0"/>
              </a:spcAft>
              <a:buSzPts val="2000"/>
              <a:buChar char=" "/>
            </a:pPr>
            <a:r>
              <a:rPr lang="en-IN" sz="2000" b="1">
                <a:solidFill>
                  <a:srgbClr val="00B0F0"/>
                </a:solidFill>
              </a:rPr>
              <a:t>Design</a:t>
            </a:r>
            <a:endParaRPr/>
          </a:p>
          <a:p>
            <a:pPr marL="384048" lvl="1" indent="-284400" algn="l" rtl="0">
              <a:lnSpc>
                <a:spcPct val="100000"/>
              </a:lnSpc>
              <a:spcBef>
                <a:spcPts val="400"/>
              </a:spcBef>
              <a:spcAft>
                <a:spcPts val="0"/>
              </a:spcAft>
              <a:buClr>
                <a:srgbClr val="3F3F3F"/>
              </a:buClr>
              <a:buSzPts val="2000"/>
              <a:buChar char="◦"/>
            </a:pPr>
            <a:r>
              <a:rPr lang="en-IN" sz="2000" b="1"/>
              <a:t> The analyst converts the alternate solution into logical and physical specifications</a:t>
            </a:r>
            <a:endParaRPr/>
          </a:p>
          <a:p>
            <a:pPr marL="384048" lvl="1" indent="-284400" algn="l" rtl="0">
              <a:lnSpc>
                <a:spcPct val="100000"/>
              </a:lnSpc>
              <a:spcBef>
                <a:spcPts val="600"/>
              </a:spcBef>
              <a:spcAft>
                <a:spcPts val="0"/>
              </a:spcAft>
              <a:buClr>
                <a:srgbClr val="00B0F0"/>
              </a:buClr>
              <a:buSzPts val="2000"/>
              <a:buChar char="◦"/>
            </a:pPr>
            <a:r>
              <a:rPr lang="en-IN" sz="2000" b="1" i="1">
                <a:solidFill>
                  <a:srgbClr val="00B0F0"/>
                </a:solidFill>
              </a:rPr>
              <a:t>Logical Design</a:t>
            </a:r>
            <a:endParaRPr/>
          </a:p>
          <a:p>
            <a:pPr marL="566928" lvl="2" indent="-230399" algn="l" rtl="0">
              <a:lnSpc>
                <a:spcPct val="100000"/>
              </a:lnSpc>
              <a:spcBef>
                <a:spcPts val="600"/>
              </a:spcBef>
              <a:spcAft>
                <a:spcPts val="0"/>
              </a:spcAft>
              <a:buClr>
                <a:srgbClr val="3F3F3F"/>
              </a:buClr>
              <a:buSzPts val="2000"/>
              <a:buChar char="◦"/>
            </a:pPr>
            <a:r>
              <a:rPr lang="en-IN" sz="2000" b="1"/>
              <a:t>The design process part that is independent of any specific hardware or software platform</a:t>
            </a:r>
            <a:endParaRPr/>
          </a:p>
          <a:p>
            <a:pPr marL="384048" lvl="1" indent="-284400" algn="l" rtl="0">
              <a:lnSpc>
                <a:spcPct val="100000"/>
              </a:lnSpc>
              <a:spcBef>
                <a:spcPts val="600"/>
              </a:spcBef>
              <a:spcAft>
                <a:spcPts val="0"/>
              </a:spcAft>
              <a:buClr>
                <a:srgbClr val="00B0F0"/>
              </a:buClr>
              <a:buSzPts val="2000"/>
              <a:buChar char="◦"/>
            </a:pPr>
            <a:r>
              <a:rPr lang="en-IN" sz="2000" b="1" i="1">
                <a:solidFill>
                  <a:srgbClr val="00B0F0"/>
                </a:solidFill>
              </a:rPr>
              <a:t>Physical Design</a:t>
            </a:r>
            <a:endParaRPr/>
          </a:p>
          <a:p>
            <a:pPr marL="566928" lvl="2" indent="-230399" algn="l" rtl="0">
              <a:lnSpc>
                <a:spcPct val="100000"/>
              </a:lnSpc>
              <a:spcBef>
                <a:spcPts val="600"/>
              </a:spcBef>
              <a:spcAft>
                <a:spcPts val="0"/>
              </a:spcAft>
              <a:buClr>
                <a:srgbClr val="3F3F3F"/>
              </a:buClr>
              <a:buSzPts val="2000"/>
              <a:buChar char="◦"/>
            </a:pPr>
            <a:r>
              <a:rPr lang="en-IN" sz="2000" b="1"/>
              <a:t>The logical specifications of the system from logical design are transformed into technology-specific details from which all programming/system construction can be accomplished</a:t>
            </a:r>
            <a:endParaRPr/>
          </a:p>
          <a:p>
            <a:pPr marL="566928" lvl="2" indent="-230399" algn="l" rtl="0">
              <a:lnSpc>
                <a:spcPct val="100000"/>
              </a:lnSpc>
              <a:spcBef>
                <a:spcPts val="600"/>
              </a:spcBef>
              <a:spcAft>
                <a:spcPts val="0"/>
              </a:spcAft>
              <a:buClr>
                <a:srgbClr val="3F3F3F"/>
              </a:buClr>
              <a:buSzPts val="2000"/>
              <a:buChar char="◦"/>
            </a:pPr>
            <a:r>
              <a:rPr lang="en-IN" sz="2000" b="1"/>
              <a:t>Choices of language, database, and platform are many times already decided by the organization or client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2"/>
          <p:cNvSpPr txBox="1">
            <a:spLocks noGrp="1"/>
          </p:cNvSpPr>
          <p:nvPr>
            <p:ph type="title"/>
          </p:nvPr>
        </p:nvSpPr>
        <p:spPr>
          <a:xfrm>
            <a:off x="609600" y="215372"/>
            <a:ext cx="10972800"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600"/>
              <a:buFont typeface="Times New Roman"/>
              <a:buNone/>
            </a:pPr>
            <a:r>
              <a:rPr lang="en-IN"/>
              <a:t>Phases of the S</a:t>
            </a:r>
            <a:r>
              <a:rPr lang="en-IN" sz="100"/>
              <a:t> </a:t>
            </a:r>
            <a:r>
              <a:rPr lang="en-IN"/>
              <a:t>D</a:t>
            </a:r>
            <a:r>
              <a:rPr lang="en-IN" sz="100"/>
              <a:t> </a:t>
            </a:r>
            <a:r>
              <a:rPr lang="en-IN"/>
              <a:t>L</a:t>
            </a:r>
            <a:r>
              <a:rPr lang="en-IN" sz="100"/>
              <a:t> </a:t>
            </a:r>
            <a:r>
              <a:rPr lang="en-IN"/>
              <a:t>C </a:t>
            </a:r>
            <a:r>
              <a:rPr lang="en-IN" sz="2000" b="0"/>
              <a:t>(3 of 3)</a:t>
            </a:r>
            <a:endParaRPr/>
          </a:p>
        </p:txBody>
      </p:sp>
      <p:sp>
        <p:nvSpPr>
          <p:cNvPr id="209" name="Google Shape;209;p12"/>
          <p:cNvSpPr txBox="1">
            <a:spLocks noGrp="1"/>
          </p:cNvSpPr>
          <p:nvPr>
            <p:ph type="body" idx="2"/>
          </p:nvPr>
        </p:nvSpPr>
        <p:spPr>
          <a:xfrm>
            <a:off x="609600" y="2097021"/>
            <a:ext cx="10972800" cy="4201064"/>
          </a:xfrm>
          <a:prstGeom prst="rect">
            <a:avLst/>
          </a:prstGeom>
          <a:noFill/>
          <a:ln>
            <a:noFill/>
          </a:ln>
        </p:spPr>
        <p:txBody>
          <a:bodyPr spcFirstLastPara="1" wrap="square" lIns="0" tIns="0" rIns="0" bIns="0" anchor="t" anchorCtr="0">
            <a:normAutofit/>
          </a:bodyPr>
          <a:lstStyle/>
          <a:p>
            <a:pPr marL="91440" lvl="0" indent="-91440" algn="l" rtl="0">
              <a:lnSpc>
                <a:spcPct val="110000"/>
              </a:lnSpc>
              <a:spcBef>
                <a:spcPts val="0"/>
              </a:spcBef>
              <a:spcAft>
                <a:spcPts val="0"/>
              </a:spcAft>
              <a:buSzPts val="2000"/>
              <a:buChar char=" "/>
            </a:pPr>
            <a:r>
              <a:rPr lang="en-IN" sz="2000" b="1">
                <a:solidFill>
                  <a:srgbClr val="00B0F0"/>
                </a:solidFill>
              </a:rPr>
              <a:t>Implementation</a:t>
            </a:r>
            <a:endParaRPr/>
          </a:p>
          <a:p>
            <a:pPr marL="384048" lvl="1" indent="-284400" algn="l" rtl="0">
              <a:lnSpc>
                <a:spcPct val="100000"/>
              </a:lnSpc>
              <a:spcBef>
                <a:spcPts val="400"/>
              </a:spcBef>
              <a:spcAft>
                <a:spcPts val="0"/>
              </a:spcAft>
              <a:buClr>
                <a:srgbClr val="3F3F3F"/>
              </a:buClr>
              <a:buSzPts val="2000"/>
              <a:buChar char="◦"/>
            </a:pPr>
            <a:r>
              <a:rPr lang="en-IN" sz="2000" b="1"/>
              <a:t>Occurs when the information system is coded, tested, installed, and supported in the organization</a:t>
            </a:r>
            <a:endParaRPr/>
          </a:p>
          <a:p>
            <a:pPr marL="384048" lvl="1" indent="-284400" algn="l" rtl="0">
              <a:lnSpc>
                <a:spcPct val="100000"/>
              </a:lnSpc>
              <a:spcBef>
                <a:spcPts val="600"/>
              </a:spcBef>
              <a:spcAft>
                <a:spcPts val="0"/>
              </a:spcAft>
              <a:buClr>
                <a:srgbClr val="3F3F3F"/>
              </a:buClr>
              <a:buSzPts val="2000"/>
              <a:buChar char="◦"/>
            </a:pPr>
            <a:r>
              <a:rPr lang="en-IN" sz="2000" b="1"/>
              <a:t>New systems become part of the daily activities of the organization</a:t>
            </a:r>
            <a:endParaRPr/>
          </a:p>
          <a:p>
            <a:pPr marL="91440" lvl="0" indent="-91440" algn="l" rtl="0">
              <a:lnSpc>
                <a:spcPct val="110000"/>
              </a:lnSpc>
              <a:spcBef>
                <a:spcPts val="1600"/>
              </a:spcBef>
              <a:spcAft>
                <a:spcPts val="0"/>
              </a:spcAft>
              <a:buSzPts val="2000"/>
              <a:buChar char=" "/>
            </a:pPr>
            <a:r>
              <a:rPr lang="en-IN" sz="2000" b="1">
                <a:solidFill>
                  <a:srgbClr val="00B0F0"/>
                </a:solidFill>
              </a:rPr>
              <a:t>Maintenance</a:t>
            </a:r>
            <a:endParaRPr/>
          </a:p>
          <a:p>
            <a:pPr marL="384048" lvl="1" indent="-284400" algn="l" rtl="0">
              <a:lnSpc>
                <a:spcPct val="100000"/>
              </a:lnSpc>
              <a:spcBef>
                <a:spcPts val="400"/>
              </a:spcBef>
              <a:spcAft>
                <a:spcPts val="0"/>
              </a:spcAft>
              <a:buClr>
                <a:srgbClr val="3F3F3F"/>
              </a:buClr>
              <a:buSzPts val="2000"/>
              <a:buChar char="◦"/>
            </a:pPr>
            <a:r>
              <a:rPr lang="en-IN" sz="2000" b="1"/>
              <a:t>The phase in which an information system is systematically repaired and improved</a:t>
            </a:r>
            <a:endParaRPr/>
          </a:p>
          <a:p>
            <a:pPr marL="384048" lvl="1" indent="-284400" algn="l" rtl="0">
              <a:lnSpc>
                <a:spcPct val="100000"/>
              </a:lnSpc>
              <a:spcBef>
                <a:spcPts val="600"/>
              </a:spcBef>
              <a:spcAft>
                <a:spcPts val="0"/>
              </a:spcAft>
              <a:buClr>
                <a:srgbClr val="3F3F3F"/>
              </a:buClr>
              <a:buSzPts val="2000"/>
              <a:buChar char="◦"/>
            </a:pPr>
            <a:r>
              <a:rPr lang="en-IN" sz="2000" b="1"/>
              <a:t>Organization’s needs may change over time requiring changes to the system based on user’s needs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3"/>
          <p:cNvSpPr txBox="1">
            <a:spLocks noGrp="1"/>
          </p:cNvSpPr>
          <p:nvPr>
            <p:ph type="title"/>
          </p:nvPr>
        </p:nvSpPr>
        <p:spPr>
          <a:xfrm>
            <a:off x="609600" y="215373"/>
            <a:ext cx="10972800" cy="582070"/>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600"/>
              <a:buFont typeface="Times New Roman"/>
              <a:buNone/>
            </a:pPr>
            <a:r>
              <a:rPr lang="en-IN"/>
              <a:t>Products of SDLC Phases</a:t>
            </a:r>
            <a:endParaRPr/>
          </a:p>
        </p:txBody>
      </p:sp>
      <p:graphicFrame>
        <p:nvGraphicFramePr>
          <p:cNvPr id="215" name="Google Shape;215;p13"/>
          <p:cNvGraphicFramePr/>
          <p:nvPr/>
        </p:nvGraphicFramePr>
        <p:xfrm>
          <a:off x="414670" y="955541"/>
          <a:ext cx="11323675" cy="5098135"/>
        </p:xfrm>
        <a:graphic>
          <a:graphicData uri="http://schemas.openxmlformats.org/drawingml/2006/table">
            <a:tbl>
              <a:tblPr firstRow="1" bandRow="1">
                <a:noFill/>
                <a:tableStyleId>{40FD335F-5F4C-480F-94A4-4DFC7545B581}</a:tableStyleId>
              </a:tblPr>
              <a:tblGrid>
                <a:gridCol w="1648050">
                  <a:extLst>
                    <a:ext uri="{9D8B030D-6E8A-4147-A177-3AD203B41FA5}">
                      <a16:colId xmlns:a16="http://schemas.microsoft.com/office/drawing/2014/main" val="20000"/>
                    </a:ext>
                  </a:extLst>
                </a:gridCol>
                <a:gridCol w="9675625">
                  <a:extLst>
                    <a:ext uri="{9D8B030D-6E8A-4147-A177-3AD203B41FA5}">
                      <a16:colId xmlns:a16="http://schemas.microsoft.com/office/drawing/2014/main" val="20001"/>
                    </a:ext>
                  </a:extLst>
                </a:gridCol>
              </a:tblGrid>
              <a:tr h="457625">
                <a:tc>
                  <a:txBody>
                    <a:bodyPr/>
                    <a:lstStyle/>
                    <a:p>
                      <a:pPr marL="0" marR="0" lvl="0" indent="0" algn="l" rtl="0">
                        <a:spcBef>
                          <a:spcPts val="0"/>
                        </a:spcBef>
                        <a:spcAft>
                          <a:spcPts val="0"/>
                        </a:spcAft>
                        <a:buNone/>
                      </a:pPr>
                      <a:r>
                        <a:rPr lang="en-IN" sz="1800" b="1" u="none" strike="noStrike" cap="none"/>
                        <a:t>Phase</a:t>
                      </a:r>
                      <a:endParaRPr/>
                    </a:p>
                  </a:txBody>
                  <a:tcPr marL="91450" marR="91450" marT="45725" marB="45725"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600" b="1"/>
                        <a:t>Products, Outputs, or Deliverables</a:t>
                      </a:r>
                      <a:endParaRPr/>
                    </a:p>
                  </a:txBody>
                  <a:tcPr marL="91450" marR="91450" marT="45725" marB="45725"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466900">
                <a:tc>
                  <a:txBody>
                    <a:bodyPr/>
                    <a:lstStyle/>
                    <a:p>
                      <a:pPr marL="0" marR="0" lvl="0" indent="0" algn="l" rtl="0">
                        <a:spcBef>
                          <a:spcPts val="0"/>
                        </a:spcBef>
                        <a:spcAft>
                          <a:spcPts val="0"/>
                        </a:spcAft>
                        <a:buNone/>
                      </a:pPr>
                      <a:r>
                        <a:rPr lang="en-IN" sz="1800" b="1"/>
                        <a:t>Planning</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256032" marR="0" lvl="0" indent="-256032" algn="l" rtl="0">
                        <a:spcBef>
                          <a:spcPts val="0"/>
                        </a:spcBef>
                        <a:spcAft>
                          <a:spcPts val="0"/>
                        </a:spcAft>
                        <a:buClr>
                          <a:srgbClr val="007FA3"/>
                        </a:buClr>
                        <a:buSzPts val="1600"/>
                        <a:buFont typeface="Arial"/>
                        <a:buChar char="•"/>
                      </a:pPr>
                      <a:r>
                        <a:rPr lang="en-IN" sz="1600"/>
                        <a:t>Priorities for system and projects; an architecture for data, networks, and selection hardware, and information systems management are the result of associated systems</a:t>
                      </a:r>
                      <a:endParaRPr/>
                    </a:p>
                    <a:p>
                      <a:pPr marL="256032" marR="0" lvl="0" indent="-256032" algn="l" rtl="0">
                        <a:spcBef>
                          <a:spcPts val="0"/>
                        </a:spcBef>
                        <a:spcAft>
                          <a:spcPts val="0"/>
                        </a:spcAft>
                        <a:buClr>
                          <a:srgbClr val="007FA3"/>
                        </a:buClr>
                        <a:buSzPts val="1600"/>
                        <a:buFont typeface="Arial"/>
                        <a:buChar char="•"/>
                      </a:pPr>
                      <a:r>
                        <a:rPr lang="en-IN" sz="1600"/>
                        <a:t>Detailed steps, or work plan, for project</a:t>
                      </a:r>
                      <a:endParaRPr/>
                    </a:p>
                    <a:p>
                      <a:pPr marL="256032" marR="0" lvl="0" indent="-256032" algn="l" rtl="0">
                        <a:spcBef>
                          <a:spcPts val="0"/>
                        </a:spcBef>
                        <a:spcAft>
                          <a:spcPts val="0"/>
                        </a:spcAft>
                        <a:buClr>
                          <a:srgbClr val="007FA3"/>
                        </a:buClr>
                        <a:buSzPts val="1600"/>
                        <a:buFont typeface="Arial"/>
                        <a:buChar char="•"/>
                      </a:pPr>
                      <a:r>
                        <a:rPr lang="en-IN" sz="1600"/>
                        <a:t>Specification of system scope and planning and high-level system requirements or features</a:t>
                      </a:r>
                      <a:endParaRPr/>
                    </a:p>
                    <a:p>
                      <a:pPr marL="256032" marR="0" lvl="0" indent="-256032" algn="l" rtl="0">
                        <a:spcBef>
                          <a:spcPts val="0"/>
                        </a:spcBef>
                        <a:spcAft>
                          <a:spcPts val="0"/>
                        </a:spcAft>
                        <a:buClr>
                          <a:srgbClr val="007FA3"/>
                        </a:buClr>
                        <a:buSzPts val="1600"/>
                        <a:buFont typeface="Arial"/>
                        <a:buChar char="•"/>
                      </a:pPr>
                      <a:r>
                        <a:rPr lang="en-IN" sz="1600"/>
                        <a:t>Assignment of team members and other resources</a:t>
                      </a:r>
                      <a:endParaRPr/>
                    </a:p>
                    <a:p>
                      <a:pPr marL="256032" marR="0" lvl="0" indent="-256032" algn="l" rtl="0">
                        <a:spcBef>
                          <a:spcPts val="0"/>
                        </a:spcBef>
                        <a:spcAft>
                          <a:spcPts val="0"/>
                        </a:spcAft>
                        <a:buClr>
                          <a:srgbClr val="007FA3"/>
                        </a:buClr>
                        <a:buSzPts val="1600"/>
                        <a:buFont typeface="Arial"/>
                        <a:buChar char="•"/>
                      </a:pPr>
                      <a:r>
                        <a:rPr lang="en-IN" sz="1600"/>
                        <a:t>System justification or business case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789875">
                <a:tc>
                  <a:txBody>
                    <a:bodyPr/>
                    <a:lstStyle/>
                    <a:p>
                      <a:pPr marL="0" marR="0" lvl="0" indent="0" algn="l" rtl="0">
                        <a:spcBef>
                          <a:spcPts val="0"/>
                        </a:spcBef>
                        <a:spcAft>
                          <a:spcPts val="0"/>
                        </a:spcAft>
                        <a:buNone/>
                      </a:pPr>
                      <a:r>
                        <a:rPr lang="en-IN" sz="1800" b="1"/>
                        <a:t>Analysis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256032" marR="0" lvl="0" indent="-256032" algn="l" rtl="0">
                        <a:spcBef>
                          <a:spcPts val="0"/>
                        </a:spcBef>
                        <a:spcAft>
                          <a:spcPts val="0"/>
                        </a:spcAft>
                        <a:buClr>
                          <a:srgbClr val="007FA3"/>
                        </a:buClr>
                        <a:buSzPts val="1600"/>
                        <a:buFont typeface="Arial"/>
                        <a:buChar char="•"/>
                      </a:pPr>
                      <a:r>
                        <a:rPr lang="en-IN" sz="1600"/>
                        <a:t>Description of current system and where problems or opportunities exist, with a general recommendation on how to fix, enhance, or replace current system</a:t>
                      </a:r>
                      <a:endParaRPr/>
                    </a:p>
                    <a:p>
                      <a:pPr marL="256032" marR="0" lvl="0" indent="-256032" algn="l" rtl="0">
                        <a:spcBef>
                          <a:spcPts val="0"/>
                        </a:spcBef>
                        <a:spcAft>
                          <a:spcPts val="0"/>
                        </a:spcAft>
                        <a:buClr>
                          <a:srgbClr val="007FA3"/>
                        </a:buClr>
                        <a:buSzPts val="1600"/>
                        <a:buFont typeface="Arial"/>
                        <a:buChar char="•"/>
                      </a:pPr>
                      <a:r>
                        <a:rPr lang="en-IN" sz="1600"/>
                        <a:t>Explanation of alternative systems and justification for chosen alternative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1241225">
                <a:tc>
                  <a:txBody>
                    <a:bodyPr/>
                    <a:lstStyle/>
                    <a:p>
                      <a:pPr marL="0" marR="0" lvl="0" indent="0" algn="l" rtl="0">
                        <a:spcBef>
                          <a:spcPts val="0"/>
                        </a:spcBef>
                        <a:spcAft>
                          <a:spcPts val="0"/>
                        </a:spcAft>
                        <a:buNone/>
                      </a:pPr>
                      <a:r>
                        <a:rPr lang="en-IN" sz="1800" b="1"/>
                        <a:t>Design</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256032" marR="0" lvl="0" indent="-256032" algn="l" rtl="0">
                        <a:spcBef>
                          <a:spcPts val="0"/>
                        </a:spcBef>
                        <a:spcAft>
                          <a:spcPts val="0"/>
                        </a:spcAft>
                        <a:buClr>
                          <a:srgbClr val="007FA3"/>
                        </a:buClr>
                        <a:buSzPts val="1600"/>
                        <a:buFont typeface="Arial"/>
                        <a:buChar char="•"/>
                      </a:pPr>
                      <a:r>
                        <a:rPr lang="en-IN" sz="1600"/>
                        <a:t>Functional, detailed specifications of system elements (data, processes, inputs, and outputs)</a:t>
                      </a:r>
                      <a:endParaRPr/>
                    </a:p>
                    <a:p>
                      <a:pPr marL="256032" marR="0" lvl="0" indent="-256032" algn="l" rtl="0">
                        <a:spcBef>
                          <a:spcPts val="0"/>
                        </a:spcBef>
                        <a:spcAft>
                          <a:spcPts val="0"/>
                        </a:spcAft>
                        <a:buClr>
                          <a:srgbClr val="007FA3"/>
                        </a:buClr>
                        <a:buSzPts val="1600"/>
                        <a:buFont typeface="Arial"/>
                        <a:buChar char="•"/>
                      </a:pPr>
                      <a:r>
                        <a:rPr lang="en-IN" sz="1600"/>
                        <a:t>Technical, detailed specifications of all system elements (programs, files, network, system software, etc.)</a:t>
                      </a:r>
                      <a:endParaRPr/>
                    </a:p>
                    <a:p>
                      <a:pPr marL="256032" marR="0" lvl="0" indent="-256032" algn="l" rtl="0">
                        <a:spcBef>
                          <a:spcPts val="0"/>
                        </a:spcBef>
                        <a:spcAft>
                          <a:spcPts val="0"/>
                        </a:spcAft>
                        <a:buClr>
                          <a:srgbClr val="007FA3"/>
                        </a:buClr>
                        <a:buSzPts val="1600"/>
                        <a:buFont typeface="Arial"/>
                        <a:buChar char="•"/>
                      </a:pPr>
                      <a:r>
                        <a:rPr lang="en-IN" sz="1600"/>
                        <a:t>Acquisition plan for new technology</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57625">
                <a:tc>
                  <a:txBody>
                    <a:bodyPr/>
                    <a:lstStyle/>
                    <a:p>
                      <a:pPr marL="0" marR="0" lvl="0" indent="0" algn="l" rtl="0">
                        <a:spcBef>
                          <a:spcPts val="0"/>
                        </a:spcBef>
                        <a:spcAft>
                          <a:spcPts val="0"/>
                        </a:spcAft>
                        <a:buNone/>
                      </a:pPr>
                      <a:r>
                        <a:rPr lang="en-IN" sz="1800" b="1"/>
                        <a:t>Implementation</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256032" marR="0" lvl="0" indent="-256032" algn="l" rtl="0">
                        <a:spcBef>
                          <a:spcPts val="0"/>
                        </a:spcBef>
                        <a:spcAft>
                          <a:spcPts val="0"/>
                        </a:spcAft>
                        <a:buClr>
                          <a:srgbClr val="007FA3"/>
                        </a:buClr>
                        <a:buSzPts val="1600"/>
                        <a:buFont typeface="Arial"/>
                        <a:buChar char="•"/>
                      </a:pPr>
                      <a:r>
                        <a:rPr lang="en-IN" sz="1600"/>
                        <a:t>Code, documentation, training procedures, and support capabilities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564200">
                <a:tc>
                  <a:txBody>
                    <a:bodyPr/>
                    <a:lstStyle/>
                    <a:p>
                      <a:pPr marL="0" marR="0" lvl="0" indent="0" algn="l" rtl="0">
                        <a:spcBef>
                          <a:spcPts val="0"/>
                        </a:spcBef>
                        <a:spcAft>
                          <a:spcPts val="0"/>
                        </a:spcAft>
                        <a:buNone/>
                      </a:pPr>
                      <a:r>
                        <a:rPr lang="en-IN" sz="1800" b="1"/>
                        <a:t>Maintenance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256032" marR="0" lvl="0" indent="-256032" algn="l" rtl="0">
                        <a:spcBef>
                          <a:spcPts val="0"/>
                        </a:spcBef>
                        <a:spcAft>
                          <a:spcPts val="0"/>
                        </a:spcAft>
                        <a:buClr>
                          <a:srgbClr val="007FA3"/>
                        </a:buClr>
                        <a:buSzPts val="1600"/>
                        <a:buFont typeface="Arial"/>
                        <a:buChar char="•"/>
                      </a:pPr>
                      <a:r>
                        <a:rPr lang="en-IN" sz="1600"/>
                        <a:t>New versions or releases of software with associated updates to documentation, training, and support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4"/>
          <p:cNvSpPr txBox="1">
            <a:spLocks noGrp="1"/>
          </p:cNvSpPr>
          <p:nvPr>
            <p:ph type="title"/>
          </p:nvPr>
        </p:nvSpPr>
        <p:spPr>
          <a:xfrm>
            <a:off x="1244009" y="-156825"/>
            <a:ext cx="8867937"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600"/>
              <a:buFont typeface="Times New Roman"/>
              <a:buNone/>
            </a:pPr>
            <a:r>
              <a:rPr lang="en-IN">
                <a:solidFill>
                  <a:srgbClr val="0070C0"/>
                </a:solidFill>
              </a:rPr>
              <a:t>Heart of Systems Development</a:t>
            </a:r>
            <a:endParaRPr sz="2000" b="0">
              <a:solidFill>
                <a:srgbClr val="0070C0"/>
              </a:solidFill>
            </a:endParaRPr>
          </a:p>
        </p:txBody>
      </p:sp>
      <p:sp>
        <p:nvSpPr>
          <p:cNvPr id="221" name="Google Shape;221;p14"/>
          <p:cNvSpPr txBox="1">
            <a:spLocks noGrp="1"/>
          </p:cNvSpPr>
          <p:nvPr>
            <p:ph type="body" idx="2"/>
          </p:nvPr>
        </p:nvSpPr>
        <p:spPr>
          <a:xfrm>
            <a:off x="1109332" y="1126256"/>
            <a:ext cx="10182446" cy="1097280"/>
          </a:xfrm>
          <a:prstGeom prst="rect">
            <a:avLst/>
          </a:prstGeom>
          <a:solidFill>
            <a:schemeClr val="lt1"/>
          </a:solidFill>
          <a:ln>
            <a:noFill/>
          </a:ln>
        </p:spPr>
        <p:txBody>
          <a:bodyPr spcFirstLastPara="1" wrap="square" lIns="0" tIns="0" rIns="0" bIns="0" anchor="t" anchorCtr="0">
            <a:normAutofit/>
          </a:bodyPr>
          <a:lstStyle/>
          <a:p>
            <a:pPr marL="91440" lvl="0" indent="-91440" algn="l" rtl="0">
              <a:lnSpc>
                <a:spcPct val="110000"/>
              </a:lnSpc>
              <a:spcBef>
                <a:spcPts val="0"/>
              </a:spcBef>
              <a:spcAft>
                <a:spcPts val="0"/>
              </a:spcAft>
              <a:buSzPts val="3200"/>
              <a:buChar char=" "/>
            </a:pPr>
            <a:r>
              <a:rPr lang="en-IN" sz="3200">
                <a:solidFill>
                  <a:srgbClr val="FF0000"/>
                </a:solidFill>
              </a:rPr>
              <a:t>Current practice </a:t>
            </a:r>
            <a:r>
              <a:rPr lang="en-IN" sz="3200"/>
              <a:t>combines </a:t>
            </a:r>
            <a:r>
              <a:rPr lang="en-IN" sz="3200" i="1">
                <a:solidFill>
                  <a:srgbClr val="FF0000"/>
                </a:solidFill>
              </a:rPr>
              <a:t>analysis, design, and implementation </a:t>
            </a:r>
            <a:r>
              <a:rPr lang="en-IN" sz="3200"/>
              <a:t>into a single process</a:t>
            </a:r>
            <a:endParaRPr/>
          </a:p>
        </p:txBody>
      </p:sp>
      <p:pic>
        <p:nvPicPr>
          <p:cNvPr id="222" name="Google Shape;222;p14" descr="The heart of systems development within S D L C diagram is represented by a shaded region, which encompasses analysis, design, and partially implementation phases to indicate combination of their respective activities into a single process. A systems development life cycle consists of the five following phases starting at the top. Planning, analysis, design, implementation, and maintenance. Arrows indicate transitions between these phases. Two arrows in opposite directions are shown between analysis and design phases. "/>
          <p:cNvPicPr preferRelativeResize="0"/>
          <p:nvPr/>
        </p:nvPicPr>
        <p:blipFill rotWithShape="1">
          <a:blip r:embed="rId3">
            <a:alphaModFix/>
          </a:blip>
          <a:srcRect/>
          <a:stretch/>
        </p:blipFill>
        <p:spPr>
          <a:xfrm>
            <a:off x="6690648" y="2340699"/>
            <a:ext cx="4743099" cy="3822523"/>
          </a:xfrm>
          <a:prstGeom prst="rect">
            <a:avLst/>
          </a:prstGeom>
          <a:noFill/>
          <a:ln>
            <a:noFill/>
          </a:ln>
        </p:spPr>
      </p:pic>
      <p:sp>
        <p:nvSpPr>
          <p:cNvPr id="223" name="Google Shape;223;p14"/>
          <p:cNvSpPr txBox="1"/>
          <p:nvPr/>
        </p:nvSpPr>
        <p:spPr>
          <a:xfrm>
            <a:off x="1721709" y="4251961"/>
            <a:ext cx="2928551" cy="1097279"/>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7FA3"/>
              </a:buClr>
              <a:buSzPts val="2000"/>
              <a:buFont typeface="Times New Roman"/>
              <a:buNone/>
            </a:pPr>
            <a:r>
              <a:rPr lang="en-IN" sz="2000" b="1" i="0" u="none" strike="noStrike" cap="none">
                <a:solidFill>
                  <a:srgbClr val="007FA3"/>
                </a:solidFill>
                <a:latin typeface="Geo"/>
                <a:ea typeface="Geo"/>
                <a:cs typeface="Geo"/>
                <a:sym typeface="Geo"/>
              </a:rPr>
              <a:t>Figure 1-7: Heart of Systems Development</a:t>
            </a:r>
            <a:endParaRPr sz="2000" b="1" i="0" u="none" strike="noStrike" cap="none">
              <a:solidFill>
                <a:srgbClr val="007FA3"/>
              </a:solidFill>
              <a:latin typeface="Geo"/>
              <a:ea typeface="Geo"/>
              <a:cs typeface="Geo"/>
              <a:sym typeface="Ge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5"/>
          <p:cNvSpPr txBox="1">
            <a:spLocks noGrp="1"/>
          </p:cNvSpPr>
          <p:nvPr>
            <p:ph type="title"/>
          </p:nvPr>
        </p:nvSpPr>
        <p:spPr>
          <a:xfrm>
            <a:off x="233917" y="1986747"/>
            <a:ext cx="3657600" cy="1276518"/>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3F3F3F"/>
              </a:buClr>
              <a:buSzPts val="2700"/>
              <a:buFont typeface="Geo"/>
              <a:buNone/>
            </a:pPr>
            <a:r>
              <a:rPr lang="en-IN" sz="2700"/>
              <a:t>The System Development Life Cycle (SDLC)</a:t>
            </a:r>
            <a:endParaRPr/>
          </a:p>
        </p:txBody>
      </p:sp>
      <p:grpSp>
        <p:nvGrpSpPr>
          <p:cNvPr id="229" name="Google Shape;229;p15"/>
          <p:cNvGrpSpPr/>
          <p:nvPr/>
        </p:nvGrpSpPr>
        <p:grpSpPr>
          <a:xfrm>
            <a:off x="4552950" y="405854"/>
            <a:ext cx="5417820" cy="5714821"/>
            <a:chOff x="0" y="51524"/>
            <a:chExt cx="5417820" cy="5714821"/>
          </a:xfrm>
        </p:grpSpPr>
        <p:sp>
          <p:nvSpPr>
            <p:cNvPr id="230" name="Google Shape;230;p15"/>
            <p:cNvSpPr/>
            <p:nvPr/>
          </p:nvSpPr>
          <p:spPr>
            <a:xfrm>
              <a:off x="0" y="331964"/>
              <a:ext cx="5417820" cy="478800"/>
            </a:xfrm>
            <a:prstGeom prst="rect">
              <a:avLst/>
            </a:prstGeom>
            <a:solidFill>
              <a:schemeClr val="lt1">
                <a:alpha val="89803"/>
              </a:schemeClr>
            </a:solidFill>
            <a:ln w="15875" cap="flat" cmpd="sng">
              <a:solidFill>
                <a:srgbClr val="AEA3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5"/>
            <p:cNvSpPr/>
            <p:nvPr/>
          </p:nvSpPr>
          <p:spPr>
            <a:xfrm>
              <a:off x="270891" y="51524"/>
              <a:ext cx="3792474" cy="560880"/>
            </a:xfrm>
            <a:prstGeom prst="roundRect">
              <a:avLst>
                <a:gd name="adj" fmla="val 16667"/>
              </a:avLst>
            </a:prstGeom>
            <a:solidFill>
              <a:srgbClr val="AEA337"/>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5"/>
            <p:cNvSpPr txBox="1"/>
            <p:nvPr/>
          </p:nvSpPr>
          <p:spPr>
            <a:xfrm>
              <a:off x="298271" y="78904"/>
              <a:ext cx="3737714" cy="506120"/>
            </a:xfrm>
            <a:prstGeom prst="rect">
              <a:avLst/>
            </a:prstGeom>
            <a:noFill/>
            <a:ln>
              <a:noFill/>
            </a:ln>
          </p:spPr>
          <p:txBody>
            <a:bodyPr spcFirstLastPara="1" wrap="square" lIns="143325" tIns="0" rIns="143325" bIns="0" anchor="ctr" anchorCtr="0">
              <a:noAutofit/>
            </a:bodyPr>
            <a:lstStyle/>
            <a:p>
              <a:pPr marL="0" marR="0" lvl="0" indent="0" algn="l" rtl="0">
                <a:lnSpc>
                  <a:spcPct val="90000"/>
                </a:lnSpc>
                <a:spcBef>
                  <a:spcPts val="0"/>
                </a:spcBef>
                <a:spcAft>
                  <a:spcPts val="0"/>
                </a:spcAft>
                <a:buClr>
                  <a:schemeClr val="lt1"/>
                </a:buClr>
                <a:buSzPts val="1900"/>
                <a:buFont typeface="Arial"/>
                <a:buNone/>
              </a:pPr>
              <a:r>
                <a:rPr lang="en-IN" sz="1900">
                  <a:solidFill>
                    <a:schemeClr val="lt1"/>
                  </a:solidFill>
                  <a:latin typeface="Arial"/>
                  <a:ea typeface="Arial"/>
                  <a:cs typeface="Arial"/>
                  <a:sym typeface="Arial"/>
                </a:rPr>
                <a:t>There are two general approaches to the SDLC</a:t>
              </a:r>
              <a:endParaRPr sz="1900">
                <a:solidFill>
                  <a:schemeClr val="lt1"/>
                </a:solidFill>
                <a:latin typeface="Arial"/>
                <a:ea typeface="Arial"/>
                <a:cs typeface="Arial"/>
                <a:sym typeface="Arial"/>
              </a:endParaRPr>
            </a:p>
          </p:txBody>
        </p:sp>
        <p:sp>
          <p:nvSpPr>
            <p:cNvPr id="233" name="Google Shape;233;p15"/>
            <p:cNvSpPr/>
            <p:nvPr/>
          </p:nvSpPr>
          <p:spPr>
            <a:xfrm>
              <a:off x="0" y="1193804"/>
              <a:ext cx="5417820" cy="2154600"/>
            </a:xfrm>
            <a:prstGeom prst="rect">
              <a:avLst/>
            </a:prstGeom>
            <a:solidFill>
              <a:schemeClr val="lt1">
                <a:alpha val="89803"/>
              </a:schemeClr>
            </a:solidFill>
            <a:ln w="15875" cap="flat" cmpd="sng">
              <a:solidFill>
                <a:srgbClr val="8CAB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5"/>
            <p:cNvSpPr txBox="1"/>
            <p:nvPr/>
          </p:nvSpPr>
          <p:spPr>
            <a:xfrm>
              <a:off x="0" y="1193804"/>
              <a:ext cx="5417820" cy="2154600"/>
            </a:xfrm>
            <a:prstGeom prst="rect">
              <a:avLst/>
            </a:prstGeom>
            <a:noFill/>
            <a:ln>
              <a:noFill/>
            </a:ln>
          </p:spPr>
          <p:txBody>
            <a:bodyPr spcFirstLastPara="1" wrap="square" lIns="420475" tIns="395725" rIns="420475" bIns="135125" anchor="t" anchorCtr="0">
              <a:noAutofit/>
            </a:bodyPr>
            <a:lstStyle/>
            <a:p>
              <a:pPr marL="171450" marR="0" lvl="1" indent="-171450" algn="l" rtl="0">
                <a:lnSpc>
                  <a:spcPct val="90000"/>
                </a:lnSpc>
                <a:spcBef>
                  <a:spcPts val="0"/>
                </a:spcBef>
                <a:spcAft>
                  <a:spcPts val="0"/>
                </a:spcAft>
                <a:buClr>
                  <a:schemeClr val="dk1"/>
                </a:buClr>
                <a:buSzPts val="1900"/>
                <a:buFont typeface="Arial"/>
                <a:buChar char="•"/>
              </a:pPr>
              <a:r>
                <a:rPr lang="en-IN" sz="1900" b="0" i="0" u="none" strike="noStrike" cap="none">
                  <a:solidFill>
                    <a:schemeClr val="dk1"/>
                  </a:solidFill>
                  <a:latin typeface="Arial"/>
                  <a:ea typeface="Arial"/>
                  <a:cs typeface="Arial"/>
                  <a:sym typeface="Arial"/>
                </a:rPr>
                <a:t>Waterfall model</a:t>
              </a:r>
              <a:endParaRPr sz="1900" b="0" i="0" u="none" strike="noStrike" cap="none">
                <a:solidFill>
                  <a:schemeClr val="dk1"/>
                </a:solidFill>
                <a:latin typeface="Arial"/>
                <a:ea typeface="Arial"/>
                <a:cs typeface="Arial"/>
                <a:sym typeface="Arial"/>
              </a:endParaRPr>
            </a:p>
            <a:p>
              <a:pPr marL="171450" marR="0" lvl="1" indent="-171450" algn="l" rtl="0">
                <a:lnSpc>
                  <a:spcPct val="90000"/>
                </a:lnSpc>
                <a:spcBef>
                  <a:spcPts val="285"/>
                </a:spcBef>
                <a:spcAft>
                  <a:spcPts val="0"/>
                </a:spcAft>
                <a:buClr>
                  <a:schemeClr val="dk1"/>
                </a:buClr>
                <a:buSzPts val="1900"/>
                <a:buFont typeface="Arial"/>
                <a:buChar char="•"/>
              </a:pPr>
              <a:r>
                <a:rPr lang="en-IN" sz="1900" b="0" i="0" u="none" strike="noStrike" cap="none">
                  <a:solidFill>
                    <a:schemeClr val="dk1"/>
                  </a:solidFill>
                  <a:latin typeface="Arial"/>
                  <a:ea typeface="Arial"/>
                  <a:cs typeface="Arial"/>
                  <a:sym typeface="Arial"/>
                </a:rPr>
                <a:t>Assumes the project can be </a:t>
              </a:r>
              <a:r>
                <a:rPr lang="en-IN" sz="1900" b="1" i="0" u="none" strike="noStrike" cap="none">
                  <a:solidFill>
                    <a:schemeClr val="dk1"/>
                  </a:solidFill>
                  <a:latin typeface="Arial"/>
                  <a:ea typeface="Arial"/>
                  <a:cs typeface="Arial"/>
                  <a:sym typeface="Arial"/>
                </a:rPr>
                <a:t>planned </a:t>
              </a:r>
              <a:r>
                <a:rPr lang="en-IN" sz="1900" b="0" i="0" u="none" strike="noStrike" cap="none">
                  <a:solidFill>
                    <a:schemeClr val="dk1"/>
                  </a:solidFill>
                  <a:latin typeface="Arial"/>
                  <a:ea typeface="Arial"/>
                  <a:cs typeface="Arial"/>
                  <a:sym typeface="Arial"/>
                </a:rPr>
                <a:t>and that the information system </a:t>
              </a:r>
              <a:r>
                <a:rPr lang="en-IN" sz="1900" b="1" i="0" u="none" strike="noStrike" cap="none">
                  <a:solidFill>
                    <a:schemeClr val="dk1"/>
                  </a:solidFill>
                  <a:latin typeface="Arial"/>
                  <a:ea typeface="Arial"/>
                  <a:cs typeface="Arial"/>
                  <a:sym typeface="Arial"/>
                </a:rPr>
                <a:t>can be developed </a:t>
              </a:r>
              <a:r>
                <a:rPr lang="en-IN" sz="1900" b="0" i="0" u="none" strike="noStrike" cap="none">
                  <a:solidFill>
                    <a:schemeClr val="dk1"/>
                  </a:solidFill>
                  <a:latin typeface="Arial"/>
                  <a:ea typeface="Arial"/>
                  <a:cs typeface="Arial"/>
                  <a:sym typeface="Arial"/>
                </a:rPr>
                <a:t>according to the plan</a:t>
              </a:r>
              <a:endParaRPr sz="1900" b="0" i="0" u="none" strike="noStrike" cap="none">
                <a:solidFill>
                  <a:schemeClr val="dk1"/>
                </a:solidFill>
                <a:latin typeface="Arial"/>
                <a:ea typeface="Arial"/>
                <a:cs typeface="Arial"/>
                <a:sym typeface="Arial"/>
              </a:endParaRPr>
            </a:p>
            <a:p>
              <a:pPr marL="171450" marR="0" lvl="1" indent="-171450" algn="l" rtl="0">
                <a:lnSpc>
                  <a:spcPct val="90000"/>
                </a:lnSpc>
                <a:spcBef>
                  <a:spcPts val="285"/>
                </a:spcBef>
                <a:spcAft>
                  <a:spcPts val="0"/>
                </a:spcAft>
                <a:buClr>
                  <a:schemeClr val="dk1"/>
                </a:buClr>
                <a:buSzPts val="1900"/>
                <a:buFont typeface="Arial"/>
                <a:buChar char="•"/>
              </a:pPr>
              <a:r>
                <a:rPr lang="en-IN" sz="1900" b="0" i="0" u="none" strike="noStrike" cap="none">
                  <a:solidFill>
                    <a:schemeClr val="dk1"/>
                  </a:solidFill>
                  <a:latin typeface="Arial"/>
                  <a:ea typeface="Arial"/>
                  <a:cs typeface="Arial"/>
                  <a:sym typeface="Arial"/>
                </a:rPr>
                <a:t>Requirements are </a:t>
              </a:r>
              <a:r>
                <a:rPr lang="en-IN" sz="1900" b="1" i="0" u="none" strike="noStrike" cap="none">
                  <a:solidFill>
                    <a:schemeClr val="dk1"/>
                  </a:solidFill>
                  <a:latin typeface="Arial"/>
                  <a:ea typeface="Arial"/>
                  <a:cs typeface="Arial"/>
                  <a:sym typeface="Arial"/>
                </a:rPr>
                <a:t>well understood </a:t>
              </a:r>
              <a:r>
                <a:rPr lang="en-IN" sz="1900" b="0" i="0" u="none" strike="noStrike" cap="none">
                  <a:solidFill>
                    <a:schemeClr val="dk1"/>
                  </a:solidFill>
                  <a:latin typeface="Arial"/>
                  <a:ea typeface="Arial"/>
                  <a:cs typeface="Arial"/>
                  <a:sym typeface="Arial"/>
                </a:rPr>
                <a:t>and/or </a:t>
              </a:r>
              <a:r>
                <a:rPr lang="en-IN" sz="1900" b="1" i="0" u="none" strike="noStrike" cap="none">
                  <a:solidFill>
                    <a:schemeClr val="dk1"/>
                  </a:solidFill>
                  <a:latin typeface="Arial"/>
                  <a:ea typeface="Arial"/>
                  <a:cs typeface="Arial"/>
                  <a:sym typeface="Arial"/>
                </a:rPr>
                <a:t>low technical risk</a:t>
              </a:r>
              <a:endParaRPr sz="1900" b="0" i="0" u="none" strike="noStrike" cap="none">
                <a:solidFill>
                  <a:schemeClr val="dk1"/>
                </a:solidFill>
                <a:latin typeface="Arial"/>
                <a:ea typeface="Arial"/>
                <a:cs typeface="Arial"/>
                <a:sym typeface="Arial"/>
              </a:endParaRPr>
            </a:p>
          </p:txBody>
        </p:sp>
        <p:sp>
          <p:nvSpPr>
            <p:cNvPr id="235" name="Google Shape;235;p15"/>
            <p:cNvSpPr/>
            <p:nvPr/>
          </p:nvSpPr>
          <p:spPr>
            <a:xfrm>
              <a:off x="270891" y="913364"/>
              <a:ext cx="3792474" cy="560880"/>
            </a:xfrm>
            <a:prstGeom prst="roundRect">
              <a:avLst>
                <a:gd name="adj" fmla="val 16667"/>
              </a:avLst>
            </a:prstGeom>
            <a:solidFill>
              <a:srgbClr val="8CAB49"/>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5"/>
            <p:cNvSpPr txBox="1"/>
            <p:nvPr/>
          </p:nvSpPr>
          <p:spPr>
            <a:xfrm>
              <a:off x="298271" y="940744"/>
              <a:ext cx="3737714" cy="506120"/>
            </a:xfrm>
            <a:prstGeom prst="rect">
              <a:avLst/>
            </a:prstGeom>
            <a:noFill/>
            <a:ln>
              <a:noFill/>
            </a:ln>
          </p:spPr>
          <p:txBody>
            <a:bodyPr spcFirstLastPara="1" wrap="square" lIns="143325" tIns="0" rIns="143325" bIns="0" anchor="ctr" anchorCtr="0">
              <a:noAutofit/>
            </a:bodyPr>
            <a:lstStyle/>
            <a:p>
              <a:pPr marL="0" marR="0" lvl="0" indent="0" algn="l" rtl="0">
                <a:lnSpc>
                  <a:spcPct val="90000"/>
                </a:lnSpc>
                <a:spcBef>
                  <a:spcPts val="0"/>
                </a:spcBef>
                <a:spcAft>
                  <a:spcPts val="0"/>
                </a:spcAft>
                <a:buClr>
                  <a:schemeClr val="lt1"/>
                </a:buClr>
                <a:buSzPts val="1900"/>
                <a:buFont typeface="Arial"/>
                <a:buNone/>
              </a:pPr>
              <a:r>
                <a:rPr lang="en-IN" sz="1900" b="1">
                  <a:solidFill>
                    <a:schemeClr val="lt1"/>
                  </a:solidFill>
                  <a:latin typeface="Arial"/>
                  <a:ea typeface="Arial"/>
                  <a:cs typeface="Arial"/>
                  <a:sym typeface="Arial"/>
                </a:rPr>
                <a:t>Predictive Approach</a:t>
              </a:r>
              <a:endParaRPr sz="1900">
                <a:solidFill>
                  <a:schemeClr val="lt1"/>
                </a:solidFill>
                <a:latin typeface="Arial"/>
                <a:ea typeface="Arial"/>
                <a:cs typeface="Arial"/>
                <a:sym typeface="Arial"/>
              </a:endParaRPr>
            </a:p>
          </p:txBody>
        </p:sp>
        <p:sp>
          <p:nvSpPr>
            <p:cNvPr id="237" name="Google Shape;237;p15"/>
            <p:cNvSpPr/>
            <p:nvPr/>
          </p:nvSpPr>
          <p:spPr>
            <a:xfrm>
              <a:off x="0" y="3731445"/>
              <a:ext cx="5417820" cy="2034900"/>
            </a:xfrm>
            <a:prstGeom prst="rect">
              <a:avLst/>
            </a:prstGeom>
            <a:solidFill>
              <a:schemeClr val="lt1">
                <a:alpha val="89803"/>
              </a:schemeClr>
            </a:solidFill>
            <a:ln w="15875" cap="flat" cmpd="sng">
              <a:solidFill>
                <a:srgbClr val="55B53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5"/>
            <p:cNvSpPr txBox="1"/>
            <p:nvPr/>
          </p:nvSpPr>
          <p:spPr>
            <a:xfrm>
              <a:off x="0" y="3731445"/>
              <a:ext cx="5417820" cy="2034900"/>
            </a:xfrm>
            <a:prstGeom prst="rect">
              <a:avLst/>
            </a:prstGeom>
            <a:noFill/>
            <a:ln>
              <a:noFill/>
            </a:ln>
          </p:spPr>
          <p:txBody>
            <a:bodyPr spcFirstLastPara="1" wrap="square" lIns="420475" tIns="395725" rIns="420475" bIns="128000" anchor="t" anchorCtr="0">
              <a:noAutofit/>
            </a:bodyPr>
            <a:lstStyle/>
            <a:p>
              <a:pPr marL="171450" marR="0" lvl="1" indent="-171450" algn="l" rtl="0">
                <a:lnSpc>
                  <a:spcPct val="90000"/>
                </a:lnSpc>
                <a:spcBef>
                  <a:spcPts val="0"/>
                </a:spcBef>
                <a:spcAft>
                  <a:spcPts val="0"/>
                </a:spcAft>
                <a:buClr>
                  <a:schemeClr val="dk1"/>
                </a:buClr>
                <a:buSzPts val="1800"/>
                <a:buFont typeface="Arial"/>
                <a:buChar char="•"/>
              </a:pPr>
              <a:r>
                <a:rPr lang="en-IN" sz="1800" b="1" i="0" u="none" strike="noStrike" cap="none">
                  <a:solidFill>
                    <a:schemeClr val="dk1"/>
                  </a:solidFill>
                  <a:latin typeface="Arial"/>
                  <a:ea typeface="Arial"/>
                  <a:cs typeface="Arial"/>
                  <a:sym typeface="Arial"/>
                </a:rPr>
                <a:t>Iterative model</a:t>
              </a:r>
              <a:endParaRPr sz="1800" b="0" i="0" u="none" strike="noStrike" cap="none">
                <a:solidFill>
                  <a:schemeClr val="dk1"/>
                </a:solidFill>
                <a:latin typeface="Arial"/>
                <a:ea typeface="Arial"/>
                <a:cs typeface="Arial"/>
                <a:sym typeface="Arial"/>
              </a:endParaRPr>
            </a:p>
            <a:p>
              <a:pPr marL="171450" marR="0" lvl="1" indent="-171450" algn="l" rtl="0">
                <a:lnSpc>
                  <a:spcPct val="90000"/>
                </a:lnSpc>
                <a:spcBef>
                  <a:spcPts val="270"/>
                </a:spcBef>
                <a:spcAft>
                  <a:spcPts val="0"/>
                </a:spcAft>
                <a:buClr>
                  <a:schemeClr val="dk1"/>
                </a:buClr>
                <a:buSzPts val="1800"/>
                <a:buFont typeface="Arial"/>
                <a:buChar char="•"/>
              </a:pPr>
              <a:r>
                <a:rPr lang="en-IN" sz="1800" b="0" i="0" u="none" strike="noStrike" cap="none">
                  <a:solidFill>
                    <a:schemeClr val="dk1"/>
                  </a:solidFill>
                  <a:latin typeface="Arial"/>
                  <a:ea typeface="Arial"/>
                  <a:cs typeface="Arial"/>
                  <a:sym typeface="Arial"/>
                </a:rPr>
                <a:t>Assumes the project must be more flexible and adapt to </a:t>
              </a:r>
              <a:r>
                <a:rPr lang="en-IN" sz="1800" b="1" i="0" u="none" strike="noStrike" cap="none">
                  <a:solidFill>
                    <a:schemeClr val="dk1"/>
                  </a:solidFill>
                  <a:latin typeface="Arial"/>
                  <a:ea typeface="Arial"/>
                  <a:cs typeface="Arial"/>
                  <a:sym typeface="Arial"/>
                </a:rPr>
                <a:t>changing needs </a:t>
              </a:r>
              <a:r>
                <a:rPr lang="en-IN" sz="1800" b="0" i="0" u="none" strike="noStrike" cap="none">
                  <a:solidFill>
                    <a:schemeClr val="dk1"/>
                  </a:solidFill>
                  <a:latin typeface="Arial"/>
                  <a:ea typeface="Arial"/>
                  <a:cs typeface="Arial"/>
                  <a:sym typeface="Arial"/>
                </a:rPr>
                <a:t>as the project progresses</a:t>
              </a:r>
              <a:endParaRPr sz="1800" b="0" i="0" u="none" strike="noStrike" cap="none">
                <a:solidFill>
                  <a:schemeClr val="dk1"/>
                </a:solidFill>
                <a:latin typeface="Arial"/>
                <a:ea typeface="Arial"/>
                <a:cs typeface="Arial"/>
                <a:sym typeface="Arial"/>
              </a:endParaRPr>
            </a:p>
            <a:p>
              <a:pPr marL="171450" marR="0" lvl="1" indent="-171450" algn="l" rtl="0">
                <a:lnSpc>
                  <a:spcPct val="90000"/>
                </a:lnSpc>
                <a:spcBef>
                  <a:spcPts val="270"/>
                </a:spcBef>
                <a:spcAft>
                  <a:spcPts val="0"/>
                </a:spcAft>
                <a:buClr>
                  <a:schemeClr val="dk1"/>
                </a:buClr>
                <a:buSzPts val="1800"/>
                <a:buFont typeface="Arial"/>
                <a:buChar char="•"/>
              </a:pPr>
              <a:r>
                <a:rPr lang="en-IN" sz="1800" b="0" i="0" u="none" strike="noStrike" cap="none">
                  <a:solidFill>
                    <a:schemeClr val="dk1"/>
                  </a:solidFill>
                  <a:latin typeface="Arial"/>
                  <a:ea typeface="Arial"/>
                  <a:cs typeface="Arial"/>
                  <a:sym typeface="Arial"/>
                </a:rPr>
                <a:t>Requirements and needs are </a:t>
              </a:r>
              <a:r>
                <a:rPr lang="en-IN" sz="1800" b="1" i="0" u="none" strike="noStrike" cap="none">
                  <a:solidFill>
                    <a:schemeClr val="dk1"/>
                  </a:solidFill>
                  <a:latin typeface="Arial"/>
                  <a:ea typeface="Arial"/>
                  <a:cs typeface="Arial"/>
                  <a:sym typeface="Arial"/>
                </a:rPr>
                <a:t>uncertain</a:t>
              </a:r>
              <a:r>
                <a:rPr lang="en-IN" sz="1800" b="0" i="0" u="none" strike="noStrike" cap="none">
                  <a:solidFill>
                    <a:schemeClr val="dk1"/>
                  </a:solidFill>
                  <a:latin typeface="Arial"/>
                  <a:ea typeface="Arial"/>
                  <a:cs typeface="Arial"/>
                  <a:sym typeface="Arial"/>
                </a:rPr>
                <a:t> and/or </a:t>
              </a:r>
              <a:r>
                <a:rPr lang="en-IN" sz="1800" b="1" i="0" u="none" strike="noStrike" cap="none">
                  <a:solidFill>
                    <a:schemeClr val="dk1"/>
                  </a:solidFill>
                  <a:latin typeface="Arial"/>
                  <a:ea typeface="Arial"/>
                  <a:cs typeface="Arial"/>
                  <a:sym typeface="Arial"/>
                </a:rPr>
                <a:t>high technical risk</a:t>
              </a:r>
              <a:endParaRPr sz="1800" b="0" i="0" u="none" strike="noStrike" cap="none">
                <a:solidFill>
                  <a:schemeClr val="dk1"/>
                </a:solidFill>
                <a:latin typeface="Arial"/>
                <a:ea typeface="Arial"/>
                <a:cs typeface="Arial"/>
                <a:sym typeface="Arial"/>
              </a:endParaRPr>
            </a:p>
          </p:txBody>
        </p:sp>
        <p:sp>
          <p:nvSpPr>
            <p:cNvPr id="239" name="Google Shape;239;p15"/>
            <p:cNvSpPr/>
            <p:nvPr/>
          </p:nvSpPr>
          <p:spPr>
            <a:xfrm>
              <a:off x="270891" y="3451005"/>
              <a:ext cx="3792474" cy="560880"/>
            </a:xfrm>
            <a:prstGeom prst="roundRect">
              <a:avLst>
                <a:gd name="adj" fmla="val 16667"/>
              </a:avLst>
            </a:prstGeom>
            <a:solidFill>
              <a:srgbClr val="55B534"/>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5"/>
            <p:cNvSpPr txBox="1"/>
            <p:nvPr/>
          </p:nvSpPr>
          <p:spPr>
            <a:xfrm>
              <a:off x="298271" y="3478385"/>
              <a:ext cx="3737714" cy="506120"/>
            </a:xfrm>
            <a:prstGeom prst="rect">
              <a:avLst/>
            </a:prstGeom>
            <a:noFill/>
            <a:ln>
              <a:noFill/>
            </a:ln>
          </p:spPr>
          <p:txBody>
            <a:bodyPr spcFirstLastPara="1" wrap="square" lIns="143325" tIns="0" rIns="143325" bIns="0" anchor="ctr" anchorCtr="0">
              <a:noAutofit/>
            </a:bodyPr>
            <a:lstStyle/>
            <a:p>
              <a:pPr marL="0" marR="0" lvl="0" indent="0" algn="l" rtl="0">
                <a:lnSpc>
                  <a:spcPct val="90000"/>
                </a:lnSpc>
                <a:spcBef>
                  <a:spcPts val="0"/>
                </a:spcBef>
                <a:spcAft>
                  <a:spcPts val="0"/>
                </a:spcAft>
                <a:buClr>
                  <a:schemeClr val="lt1"/>
                </a:buClr>
                <a:buSzPts val="1900"/>
                <a:buFont typeface="Arial"/>
                <a:buNone/>
              </a:pPr>
              <a:r>
                <a:rPr lang="en-IN" sz="1900" b="1">
                  <a:solidFill>
                    <a:schemeClr val="lt1"/>
                  </a:solidFill>
                  <a:latin typeface="Arial"/>
                  <a:ea typeface="Arial"/>
                  <a:cs typeface="Arial"/>
                  <a:sym typeface="Arial"/>
                </a:rPr>
                <a:t>Adaptive Approach to the SDLC</a:t>
              </a:r>
              <a:endParaRPr sz="1900">
                <a:solidFill>
                  <a:schemeClr val="lt1"/>
                </a:solidFill>
                <a:latin typeface="Arial"/>
                <a:ea typeface="Arial"/>
                <a:cs typeface="Arial"/>
                <a:sym typeface="Arial"/>
              </a:endParaRPr>
            </a:p>
          </p:txBody>
        </p:sp>
      </p:grpSp>
      <p:sp>
        <p:nvSpPr>
          <p:cNvPr id="241" name="Google Shape;241;p15"/>
          <p:cNvSpPr txBox="1">
            <a:spLocks noGrp="1"/>
          </p:cNvSpPr>
          <p:nvPr>
            <p:ph type="sldNum" idx="12"/>
          </p:nvPr>
        </p:nvSpPr>
        <p:spPr>
          <a:xfrm>
            <a:off x="7510463" y="5624515"/>
            <a:ext cx="1543050" cy="273844"/>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fld id="{00000000-1234-1234-1234-123412341234}" type="slidenum">
              <a:rPr lang="en-IN" sz="1050"/>
              <a:t>15</a:t>
            </a:fld>
            <a:endParaRPr sz="105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6"/>
          <p:cNvSpPr txBox="1">
            <a:spLocks noGrp="1"/>
          </p:cNvSpPr>
          <p:nvPr>
            <p:ph type="title"/>
          </p:nvPr>
        </p:nvSpPr>
        <p:spPr>
          <a:xfrm>
            <a:off x="609600" y="215372"/>
            <a:ext cx="10972800" cy="879781"/>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400"/>
              <a:buFont typeface="Times New Roman"/>
              <a:buNone/>
            </a:pPr>
            <a:r>
              <a:rPr lang="en-IN" sz="3400"/>
              <a:t>The S</a:t>
            </a:r>
            <a:r>
              <a:rPr lang="en-IN" sz="100"/>
              <a:t> </a:t>
            </a:r>
            <a:r>
              <a:rPr lang="en-IN" sz="3400"/>
              <a:t>D</a:t>
            </a:r>
            <a:r>
              <a:rPr lang="en-IN" sz="100"/>
              <a:t> </a:t>
            </a:r>
            <a:r>
              <a:rPr lang="en-IN" sz="3400"/>
              <a:t>L</a:t>
            </a:r>
            <a:r>
              <a:rPr lang="en-IN" sz="100"/>
              <a:t> </a:t>
            </a:r>
            <a:r>
              <a:rPr lang="en-IN" sz="3400"/>
              <a:t>C Traditional Waterfall Problems</a:t>
            </a:r>
            <a:endParaRPr sz="3400" b="0"/>
          </a:p>
        </p:txBody>
      </p:sp>
      <p:sp>
        <p:nvSpPr>
          <p:cNvPr id="247" name="Google Shape;247;p16"/>
          <p:cNvSpPr txBox="1">
            <a:spLocks noGrp="1"/>
          </p:cNvSpPr>
          <p:nvPr>
            <p:ph type="body" idx="2"/>
          </p:nvPr>
        </p:nvSpPr>
        <p:spPr>
          <a:xfrm>
            <a:off x="372139" y="1531089"/>
            <a:ext cx="4805915" cy="4359349"/>
          </a:xfrm>
          <a:prstGeom prst="rect">
            <a:avLst/>
          </a:prstGeom>
          <a:solidFill>
            <a:schemeClr val="lt1"/>
          </a:solidFill>
          <a:ln>
            <a:noFill/>
          </a:ln>
        </p:spPr>
        <p:txBody>
          <a:bodyPr spcFirstLastPara="1" wrap="square" lIns="0" tIns="0" rIns="0" bIns="0" anchor="t" anchorCtr="0">
            <a:normAutofit fontScale="85000" lnSpcReduction="20000"/>
          </a:bodyPr>
          <a:lstStyle/>
          <a:p>
            <a:pPr marL="457200" lvl="0" indent="-457200" algn="l" rtl="0">
              <a:lnSpc>
                <a:spcPct val="110000"/>
              </a:lnSpc>
              <a:spcBef>
                <a:spcPts val="0"/>
              </a:spcBef>
              <a:spcAft>
                <a:spcPts val="0"/>
              </a:spcAft>
              <a:buSzPct val="100000"/>
              <a:buFont typeface="Courier New"/>
              <a:buChar char="o"/>
            </a:pPr>
            <a:r>
              <a:rPr lang="en-IN" sz="3200" b="1"/>
              <a:t>Once one phase ends another begins, going downhill until complete</a:t>
            </a:r>
            <a:endParaRPr/>
          </a:p>
          <a:p>
            <a:pPr marL="457200" lvl="0" indent="-457200" algn="l" rtl="0">
              <a:lnSpc>
                <a:spcPct val="110000"/>
              </a:lnSpc>
              <a:spcBef>
                <a:spcPts val="1400"/>
              </a:spcBef>
              <a:spcAft>
                <a:spcPts val="0"/>
              </a:spcAft>
              <a:buSzPct val="100000"/>
              <a:buFont typeface="Courier New"/>
              <a:buChar char="o"/>
            </a:pPr>
            <a:r>
              <a:rPr lang="en-IN" sz="3200" b="1"/>
              <a:t>Makes it difficult to go back</a:t>
            </a:r>
            <a:endParaRPr/>
          </a:p>
          <a:p>
            <a:pPr marL="457200" lvl="0" indent="-457200" algn="l" rtl="0">
              <a:lnSpc>
                <a:spcPct val="110000"/>
              </a:lnSpc>
              <a:spcBef>
                <a:spcPts val="1400"/>
              </a:spcBef>
              <a:spcAft>
                <a:spcPts val="0"/>
              </a:spcAft>
              <a:buSzPct val="100000"/>
              <a:buFont typeface="Courier New"/>
              <a:buChar char="o"/>
            </a:pPr>
            <a:r>
              <a:rPr lang="en-IN" sz="3200" b="1"/>
              <a:t>Results in great expense to make changes</a:t>
            </a:r>
            <a:endParaRPr/>
          </a:p>
          <a:p>
            <a:pPr marL="457200" lvl="0" indent="-457200" algn="l" rtl="0">
              <a:lnSpc>
                <a:spcPct val="110000"/>
              </a:lnSpc>
              <a:spcBef>
                <a:spcPts val="1400"/>
              </a:spcBef>
              <a:spcAft>
                <a:spcPts val="0"/>
              </a:spcAft>
              <a:buSzPct val="100000"/>
              <a:buFont typeface="Courier New"/>
              <a:buChar char="o"/>
            </a:pPr>
            <a:r>
              <a:rPr lang="en-IN" sz="3200" b="1"/>
              <a:t>Role of system users or customers narrowly defined</a:t>
            </a:r>
            <a:endParaRPr/>
          </a:p>
          <a:p>
            <a:pPr marL="457200" lvl="0" indent="-457200" algn="l" rtl="0">
              <a:lnSpc>
                <a:spcPct val="110000"/>
              </a:lnSpc>
              <a:spcBef>
                <a:spcPts val="1400"/>
              </a:spcBef>
              <a:spcAft>
                <a:spcPts val="0"/>
              </a:spcAft>
              <a:buSzPct val="100000"/>
              <a:buFont typeface="Courier New"/>
              <a:buChar char="o"/>
            </a:pPr>
            <a:r>
              <a:rPr lang="en-IN" sz="3200" b="1"/>
              <a:t>Focused on deadlines</a:t>
            </a:r>
            <a:endParaRPr/>
          </a:p>
        </p:txBody>
      </p:sp>
      <p:pic>
        <p:nvPicPr>
          <p:cNvPr id="248" name="Google Shape;248;p16" descr="The traditional waterfall S D L C diagram consists of six following phases starting from the top. Planning, analysis, logical design, physical design, implementation, and maintenance. Arrows indicate transitions between these phases."/>
          <p:cNvPicPr preferRelativeResize="0"/>
          <p:nvPr/>
        </p:nvPicPr>
        <p:blipFill rotWithShape="1">
          <a:blip r:embed="rId3">
            <a:alphaModFix/>
          </a:blip>
          <a:srcRect/>
          <a:stretch/>
        </p:blipFill>
        <p:spPr>
          <a:xfrm>
            <a:off x="5178055" y="1531089"/>
            <a:ext cx="5163880" cy="4342670"/>
          </a:xfrm>
          <a:prstGeom prst="rect">
            <a:avLst/>
          </a:prstGeom>
          <a:noFill/>
          <a:ln>
            <a:noFill/>
          </a:ln>
        </p:spPr>
      </p:pic>
      <p:sp>
        <p:nvSpPr>
          <p:cNvPr id="249" name="Google Shape;249;p16"/>
          <p:cNvSpPr txBox="1"/>
          <p:nvPr/>
        </p:nvSpPr>
        <p:spPr>
          <a:xfrm>
            <a:off x="8059480" y="1514410"/>
            <a:ext cx="3891516" cy="535115"/>
          </a:xfrm>
          <a:prstGeom prst="rect">
            <a:avLst/>
          </a:prstGeom>
          <a:solidFill>
            <a:schemeClr val="lt1"/>
          </a:solidFill>
          <a:ln>
            <a:noFill/>
          </a:ln>
        </p:spPr>
        <p:txBody>
          <a:bodyPr spcFirstLastPara="1" wrap="square" lIns="0" tIns="0" rIns="0" bIns="0" anchor="b" anchorCtr="0">
            <a:normAutofit fontScale="55000" lnSpcReduction="20000"/>
          </a:bodyPr>
          <a:lstStyle/>
          <a:p>
            <a:pPr marL="0" marR="0" lvl="0" indent="0" algn="l" rtl="0">
              <a:lnSpc>
                <a:spcPct val="100000"/>
              </a:lnSpc>
              <a:spcBef>
                <a:spcPts val="0"/>
              </a:spcBef>
              <a:spcAft>
                <a:spcPts val="0"/>
              </a:spcAft>
              <a:buClr>
                <a:srgbClr val="007FA3"/>
              </a:buClr>
              <a:buSzPct val="100000"/>
              <a:buFont typeface="Times New Roman"/>
              <a:buNone/>
            </a:pPr>
            <a:r>
              <a:rPr lang="en-IN" sz="3600" b="1" i="0" u="none" strike="noStrike" cap="none">
                <a:solidFill>
                  <a:srgbClr val="007FA3"/>
                </a:solidFill>
                <a:latin typeface="Geo"/>
                <a:ea typeface="Geo"/>
                <a:cs typeface="Geo"/>
                <a:sym typeface="Geo"/>
              </a:rPr>
              <a:t>Figure 1-8: Traditional Waterfall S</a:t>
            </a:r>
            <a:r>
              <a:rPr lang="en-IN" sz="100" b="1" i="0" u="none" strike="noStrike" cap="none">
                <a:solidFill>
                  <a:srgbClr val="007FA3"/>
                </a:solidFill>
                <a:latin typeface="Geo"/>
                <a:ea typeface="Geo"/>
                <a:cs typeface="Geo"/>
                <a:sym typeface="Geo"/>
              </a:rPr>
              <a:t> </a:t>
            </a:r>
            <a:r>
              <a:rPr lang="en-IN" sz="3600" b="1" i="0" u="none" strike="noStrike" cap="none">
                <a:solidFill>
                  <a:srgbClr val="007FA3"/>
                </a:solidFill>
                <a:latin typeface="Geo"/>
                <a:ea typeface="Geo"/>
                <a:cs typeface="Geo"/>
                <a:sym typeface="Geo"/>
              </a:rPr>
              <a:t>D</a:t>
            </a:r>
            <a:r>
              <a:rPr lang="en-IN" sz="100" b="1" i="0" u="none" strike="noStrike" cap="none">
                <a:solidFill>
                  <a:srgbClr val="007FA3"/>
                </a:solidFill>
                <a:latin typeface="Geo"/>
                <a:ea typeface="Geo"/>
                <a:cs typeface="Geo"/>
                <a:sym typeface="Geo"/>
              </a:rPr>
              <a:t> </a:t>
            </a:r>
            <a:r>
              <a:rPr lang="en-IN" sz="3600" b="1" i="0" u="none" strike="noStrike" cap="none">
                <a:solidFill>
                  <a:srgbClr val="007FA3"/>
                </a:solidFill>
                <a:latin typeface="Geo"/>
                <a:ea typeface="Geo"/>
                <a:cs typeface="Geo"/>
                <a:sym typeface="Geo"/>
              </a:rPr>
              <a:t>L</a:t>
            </a:r>
            <a:r>
              <a:rPr lang="en-IN" sz="100" b="1" i="0" u="none" strike="noStrike" cap="none">
                <a:solidFill>
                  <a:srgbClr val="007FA3"/>
                </a:solidFill>
                <a:latin typeface="Geo"/>
                <a:ea typeface="Geo"/>
                <a:cs typeface="Geo"/>
                <a:sym typeface="Geo"/>
              </a:rPr>
              <a:t> </a:t>
            </a:r>
            <a:r>
              <a:rPr lang="en-IN" sz="3600" b="1" i="0" u="none" strike="noStrike" cap="none">
                <a:solidFill>
                  <a:srgbClr val="007FA3"/>
                </a:solidFill>
                <a:latin typeface="Geo"/>
                <a:ea typeface="Geo"/>
                <a:cs typeface="Geo"/>
                <a:sym typeface="Geo"/>
              </a:rPr>
              <a:t>C</a:t>
            </a:r>
            <a:endParaRPr sz="3600" b="1" i="0" u="none" strike="noStrike" cap="none">
              <a:solidFill>
                <a:srgbClr val="007FA3"/>
              </a:solidFill>
              <a:latin typeface="Geo"/>
              <a:ea typeface="Geo"/>
              <a:cs typeface="Geo"/>
              <a:sym typeface="Ge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7"/>
          <p:cNvSpPr txBox="1">
            <a:spLocks noGrp="1"/>
          </p:cNvSpPr>
          <p:nvPr>
            <p:ph type="title"/>
          </p:nvPr>
        </p:nvSpPr>
        <p:spPr>
          <a:xfrm>
            <a:off x="609600" y="576879"/>
            <a:ext cx="10972800"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4800"/>
              <a:buFont typeface="Times New Roman"/>
              <a:buNone/>
            </a:pPr>
            <a:r>
              <a:rPr lang="en-IN" sz="4800"/>
              <a:t>Agile Methodologies</a:t>
            </a:r>
            <a:endParaRPr sz="4800" b="0"/>
          </a:p>
        </p:txBody>
      </p:sp>
      <p:sp>
        <p:nvSpPr>
          <p:cNvPr id="255" name="Google Shape;255;p17"/>
          <p:cNvSpPr txBox="1">
            <a:spLocks noGrp="1"/>
          </p:cNvSpPr>
          <p:nvPr>
            <p:ph type="body" idx="2"/>
          </p:nvPr>
        </p:nvSpPr>
        <p:spPr>
          <a:xfrm>
            <a:off x="1981200" y="2406770"/>
            <a:ext cx="8229601" cy="3795622"/>
          </a:xfrm>
          <a:prstGeom prst="rect">
            <a:avLst/>
          </a:prstGeom>
          <a:noFill/>
          <a:ln>
            <a:noFill/>
          </a:ln>
        </p:spPr>
        <p:txBody>
          <a:bodyPr spcFirstLastPara="1" wrap="square" lIns="0" tIns="0" rIns="0" bIns="0" anchor="t" anchorCtr="0">
            <a:normAutofit/>
          </a:bodyPr>
          <a:lstStyle/>
          <a:p>
            <a:pPr marL="91440" lvl="0" indent="-91440" algn="l" rtl="0">
              <a:lnSpc>
                <a:spcPct val="110000"/>
              </a:lnSpc>
              <a:spcBef>
                <a:spcPts val="0"/>
              </a:spcBef>
              <a:spcAft>
                <a:spcPts val="0"/>
              </a:spcAft>
              <a:buSzPts val="3200"/>
              <a:buChar char=" "/>
            </a:pPr>
            <a:r>
              <a:rPr lang="en-IN" sz="3200" b="1"/>
              <a:t>Agile methodologies share three </a:t>
            </a:r>
            <a:r>
              <a:rPr lang="en-IN" sz="3200" b="1">
                <a:solidFill>
                  <a:srgbClr val="FF0000"/>
                </a:solidFill>
              </a:rPr>
              <a:t>key principles</a:t>
            </a:r>
            <a:r>
              <a:rPr lang="en-IN" sz="3200" b="1"/>
              <a:t>:</a:t>
            </a:r>
            <a:endParaRPr/>
          </a:p>
          <a:p>
            <a:pPr marL="740664" lvl="1" indent="-429768" algn="l" rtl="0">
              <a:lnSpc>
                <a:spcPct val="100000"/>
              </a:lnSpc>
              <a:spcBef>
                <a:spcPts val="400"/>
              </a:spcBef>
              <a:spcAft>
                <a:spcPts val="0"/>
              </a:spcAft>
              <a:buClr>
                <a:srgbClr val="3F3F3F"/>
              </a:buClr>
              <a:buSzPts val="3200"/>
              <a:buFont typeface="Geo"/>
              <a:buAutoNum type="arabicPeriod"/>
            </a:pPr>
            <a:r>
              <a:rPr lang="en-IN" sz="3200" b="1"/>
              <a:t>A focus on adaptive rather than predictive methodologies</a:t>
            </a:r>
            <a:endParaRPr/>
          </a:p>
          <a:p>
            <a:pPr marL="740664" lvl="1" indent="-429768" algn="l" rtl="0">
              <a:lnSpc>
                <a:spcPct val="100000"/>
              </a:lnSpc>
              <a:spcBef>
                <a:spcPts val="600"/>
              </a:spcBef>
              <a:spcAft>
                <a:spcPts val="0"/>
              </a:spcAft>
              <a:buClr>
                <a:srgbClr val="3F3F3F"/>
              </a:buClr>
              <a:buSzPts val="3200"/>
              <a:buFont typeface="Geo"/>
              <a:buAutoNum type="arabicPeriod"/>
            </a:pPr>
            <a:r>
              <a:rPr lang="en-IN" sz="3200" b="1"/>
              <a:t>A focus on people rather than roles</a:t>
            </a:r>
            <a:endParaRPr/>
          </a:p>
          <a:p>
            <a:pPr marL="740664" lvl="1" indent="-429768" algn="l" rtl="0">
              <a:lnSpc>
                <a:spcPct val="100000"/>
              </a:lnSpc>
              <a:spcBef>
                <a:spcPts val="600"/>
              </a:spcBef>
              <a:spcAft>
                <a:spcPts val="0"/>
              </a:spcAft>
              <a:buClr>
                <a:srgbClr val="3F3F3F"/>
              </a:buClr>
              <a:buSzPts val="3200"/>
              <a:buFont typeface="Geo"/>
              <a:buAutoNum type="arabicPeriod"/>
            </a:pPr>
            <a:r>
              <a:rPr lang="en-IN" sz="3200" b="1"/>
              <a:t>A focus on self-adaptive processes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8"/>
          <p:cNvSpPr txBox="1">
            <a:spLocks noGrp="1"/>
          </p:cNvSpPr>
          <p:nvPr>
            <p:ph type="title"/>
          </p:nvPr>
        </p:nvSpPr>
        <p:spPr>
          <a:xfrm>
            <a:off x="609600" y="215372"/>
            <a:ext cx="10972800" cy="677763"/>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600"/>
              <a:buFont typeface="Times New Roman"/>
              <a:buNone/>
            </a:pPr>
            <a:r>
              <a:rPr lang="en-IN"/>
              <a:t>Table 1-2: The Agile Manifesto </a:t>
            </a:r>
            <a:r>
              <a:rPr lang="en-IN" sz="2000" b="0"/>
              <a:t>(1 of 3)</a:t>
            </a:r>
            <a:endParaRPr/>
          </a:p>
        </p:txBody>
      </p:sp>
      <p:sp>
        <p:nvSpPr>
          <p:cNvPr id="261" name="Google Shape;261;p18"/>
          <p:cNvSpPr txBox="1">
            <a:spLocks noGrp="1"/>
          </p:cNvSpPr>
          <p:nvPr>
            <p:ph type="body" idx="1"/>
          </p:nvPr>
        </p:nvSpPr>
        <p:spPr>
          <a:xfrm>
            <a:off x="723014" y="1180214"/>
            <a:ext cx="10781414" cy="5115063"/>
          </a:xfrm>
          <a:prstGeom prst="rect">
            <a:avLst/>
          </a:prstGeom>
          <a:solidFill>
            <a:schemeClr val="lt1"/>
          </a:solidFill>
          <a:ln>
            <a:noFill/>
          </a:ln>
        </p:spPr>
        <p:txBody>
          <a:bodyPr spcFirstLastPara="1" wrap="square" lIns="0" tIns="0" rIns="0" bIns="0" anchor="t" anchorCtr="0">
            <a:normAutofit/>
          </a:bodyPr>
          <a:lstStyle/>
          <a:p>
            <a:pPr marL="0" lvl="0" indent="0" algn="l" rtl="0">
              <a:lnSpc>
                <a:spcPct val="110000"/>
              </a:lnSpc>
              <a:spcBef>
                <a:spcPts val="0"/>
              </a:spcBef>
              <a:spcAft>
                <a:spcPts val="0"/>
              </a:spcAft>
              <a:buSzPts val="2200"/>
              <a:buNone/>
            </a:pPr>
            <a:r>
              <a:rPr lang="en-IN" sz="2200" b="1"/>
              <a:t>The agile methodologies group argues that software development methodologies adapted from engineering generally do not fit with real-world software development</a:t>
            </a:r>
            <a:endParaRPr/>
          </a:p>
          <a:p>
            <a:pPr marL="91440" lvl="0" indent="-91440" algn="l" rtl="0">
              <a:lnSpc>
                <a:spcPct val="110000"/>
              </a:lnSpc>
              <a:spcBef>
                <a:spcPts val="1400"/>
              </a:spcBef>
              <a:spcAft>
                <a:spcPts val="0"/>
              </a:spcAft>
              <a:buSzPts val="2200"/>
              <a:buChar char=" "/>
            </a:pPr>
            <a:r>
              <a:rPr lang="en-IN" sz="2200" b="1">
                <a:solidFill>
                  <a:srgbClr val="00B0F0"/>
                </a:solidFill>
              </a:rPr>
              <a:t>The Manifesto for Agile Software Development (Table 1-2)</a:t>
            </a:r>
            <a:endParaRPr/>
          </a:p>
          <a:p>
            <a:pPr marL="384048" lvl="1" indent="-284400" algn="l" rtl="0">
              <a:lnSpc>
                <a:spcPct val="100000"/>
              </a:lnSpc>
              <a:spcBef>
                <a:spcPts val="400"/>
              </a:spcBef>
              <a:spcAft>
                <a:spcPts val="0"/>
              </a:spcAft>
              <a:buClr>
                <a:srgbClr val="3F3F3F"/>
              </a:buClr>
              <a:buSzPts val="2200"/>
              <a:buChar char="◦"/>
            </a:pPr>
            <a:r>
              <a:rPr lang="en-IN" sz="2200" b="1"/>
              <a:t>Seventeen anarchists agree</a:t>
            </a:r>
            <a:endParaRPr/>
          </a:p>
          <a:p>
            <a:pPr marL="384048" lvl="1" indent="-284400" algn="l" rtl="0">
              <a:lnSpc>
                <a:spcPct val="100000"/>
              </a:lnSpc>
              <a:spcBef>
                <a:spcPts val="600"/>
              </a:spcBef>
              <a:spcAft>
                <a:spcPts val="0"/>
              </a:spcAft>
              <a:buClr>
                <a:srgbClr val="3F3F3F"/>
              </a:buClr>
              <a:buSzPts val="2200"/>
              <a:buChar char="◦"/>
            </a:pPr>
            <a:r>
              <a:rPr lang="en-IN" sz="2200" b="1"/>
              <a:t>We are uncovering better ways of developing software by doing it and helping others do it. Through this work we have come to value:</a:t>
            </a:r>
            <a:endParaRPr/>
          </a:p>
          <a:p>
            <a:pPr marL="749808" lvl="3" indent="-230400" algn="l" rtl="0">
              <a:lnSpc>
                <a:spcPct val="100000"/>
              </a:lnSpc>
              <a:spcBef>
                <a:spcPts val="600"/>
              </a:spcBef>
              <a:spcAft>
                <a:spcPts val="0"/>
              </a:spcAft>
              <a:buClr>
                <a:srgbClr val="3F3F3F"/>
              </a:buClr>
              <a:buSzPts val="2200"/>
              <a:buChar char="◦"/>
            </a:pPr>
            <a:r>
              <a:rPr lang="en-IN" sz="2200" b="1"/>
              <a:t>Individuals and interactions over processes and tools</a:t>
            </a:r>
            <a:endParaRPr/>
          </a:p>
          <a:p>
            <a:pPr marL="749808" lvl="3" indent="-230400" algn="l" rtl="0">
              <a:lnSpc>
                <a:spcPct val="100000"/>
              </a:lnSpc>
              <a:spcBef>
                <a:spcPts val="600"/>
              </a:spcBef>
              <a:spcAft>
                <a:spcPts val="0"/>
              </a:spcAft>
              <a:buClr>
                <a:srgbClr val="3F3F3F"/>
              </a:buClr>
              <a:buSzPts val="2200"/>
              <a:buChar char="◦"/>
            </a:pPr>
            <a:r>
              <a:rPr lang="en-IN" sz="2200" b="1"/>
              <a:t>Working software over comprehensive documentation</a:t>
            </a:r>
            <a:endParaRPr/>
          </a:p>
          <a:p>
            <a:pPr marL="749808" lvl="3" indent="-230400" algn="l" rtl="0">
              <a:lnSpc>
                <a:spcPct val="100000"/>
              </a:lnSpc>
              <a:spcBef>
                <a:spcPts val="600"/>
              </a:spcBef>
              <a:spcAft>
                <a:spcPts val="0"/>
              </a:spcAft>
              <a:buClr>
                <a:srgbClr val="3F3F3F"/>
              </a:buClr>
              <a:buSzPts val="2200"/>
              <a:buChar char="◦"/>
            </a:pPr>
            <a:r>
              <a:rPr lang="en-IN" sz="2200" b="1"/>
              <a:t>Customer collaboration over contract negotiation</a:t>
            </a:r>
            <a:endParaRPr/>
          </a:p>
          <a:p>
            <a:pPr marL="749808" lvl="3" indent="-230400" algn="l" rtl="0">
              <a:lnSpc>
                <a:spcPct val="100000"/>
              </a:lnSpc>
              <a:spcBef>
                <a:spcPts val="600"/>
              </a:spcBef>
              <a:spcAft>
                <a:spcPts val="0"/>
              </a:spcAft>
              <a:buClr>
                <a:srgbClr val="3F3F3F"/>
              </a:buClr>
              <a:buSzPts val="2200"/>
              <a:buChar char="◦"/>
            </a:pPr>
            <a:r>
              <a:rPr lang="en-IN" sz="2200" b="1"/>
              <a:t>Responding to change over following a plan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9"/>
          <p:cNvSpPr txBox="1">
            <a:spLocks noGrp="1"/>
          </p:cNvSpPr>
          <p:nvPr>
            <p:ph type="title"/>
          </p:nvPr>
        </p:nvSpPr>
        <p:spPr>
          <a:xfrm>
            <a:off x="609600" y="215372"/>
            <a:ext cx="10972800" cy="943577"/>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600"/>
              <a:buFont typeface="Times New Roman"/>
              <a:buNone/>
            </a:pPr>
            <a:r>
              <a:rPr lang="en-IN"/>
              <a:t>Table 1-2: The Agile Manifesto </a:t>
            </a:r>
            <a:r>
              <a:rPr lang="en-IN" sz="2000" b="0"/>
              <a:t>(2 of 3)</a:t>
            </a:r>
            <a:endParaRPr/>
          </a:p>
        </p:txBody>
      </p:sp>
      <p:sp>
        <p:nvSpPr>
          <p:cNvPr id="267" name="Google Shape;267;p19"/>
          <p:cNvSpPr txBox="1">
            <a:spLocks noGrp="1"/>
          </p:cNvSpPr>
          <p:nvPr>
            <p:ph type="body" idx="1"/>
          </p:nvPr>
        </p:nvSpPr>
        <p:spPr>
          <a:xfrm>
            <a:off x="829339" y="1456661"/>
            <a:ext cx="10504967" cy="4831998"/>
          </a:xfrm>
          <a:prstGeom prst="rect">
            <a:avLst/>
          </a:prstGeom>
          <a:solidFill>
            <a:schemeClr val="lt1"/>
          </a:solidFill>
          <a:ln>
            <a:noFill/>
          </a:ln>
        </p:spPr>
        <p:txBody>
          <a:bodyPr spcFirstLastPara="1" wrap="square" lIns="0" tIns="0" rIns="0" bIns="0" anchor="t" anchorCtr="0">
            <a:normAutofit fontScale="92500" lnSpcReduction="10000"/>
          </a:bodyPr>
          <a:lstStyle/>
          <a:p>
            <a:pPr marL="384048" lvl="1" indent="-284400" algn="l" rtl="0">
              <a:lnSpc>
                <a:spcPct val="100000"/>
              </a:lnSpc>
              <a:spcBef>
                <a:spcPts val="0"/>
              </a:spcBef>
              <a:spcAft>
                <a:spcPts val="0"/>
              </a:spcAft>
              <a:buClr>
                <a:srgbClr val="3F3F3F"/>
              </a:buClr>
              <a:buSzPct val="100000"/>
              <a:buChar char="◦"/>
            </a:pPr>
            <a:r>
              <a:rPr lang="en-IN" b="1"/>
              <a:t>That is, while we value the items on the right, we value the items on the left more. We follow the following principles: (12 Agile Principle)</a:t>
            </a:r>
            <a:endParaRPr/>
          </a:p>
          <a:p>
            <a:pPr marL="793728" lvl="2" indent="-457200" algn="l" rtl="0">
              <a:lnSpc>
                <a:spcPct val="100000"/>
              </a:lnSpc>
              <a:spcBef>
                <a:spcPts val="600"/>
              </a:spcBef>
              <a:spcAft>
                <a:spcPts val="0"/>
              </a:spcAft>
              <a:buClr>
                <a:srgbClr val="3F3F3F"/>
              </a:buClr>
              <a:buSzPct val="100000"/>
              <a:buFont typeface="Geo"/>
              <a:buAutoNum type="arabicPeriod"/>
            </a:pPr>
            <a:r>
              <a:rPr lang="en-IN" b="1"/>
              <a:t>The highest priority is to </a:t>
            </a:r>
            <a:r>
              <a:rPr lang="en-IN" b="1">
                <a:solidFill>
                  <a:srgbClr val="FF0000"/>
                </a:solidFill>
              </a:rPr>
              <a:t>satisfy the customer through early and continuous delivery </a:t>
            </a:r>
            <a:r>
              <a:rPr lang="en-IN" b="1"/>
              <a:t>of valuable software.</a:t>
            </a:r>
            <a:endParaRPr/>
          </a:p>
          <a:p>
            <a:pPr marL="793728" lvl="2" indent="-457200" algn="l" rtl="0">
              <a:lnSpc>
                <a:spcPct val="100000"/>
              </a:lnSpc>
              <a:spcBef>
                <a:spcPts val="600"/>
              </a:spcBef>
              <a:spcAft>
                <a:spcPts val="0"/>
              </a:spcAft>
              <a:buClr>
                <a:srgbClr val="FF0000"/>
              </a:buClr>
              <a:buSzPct val="100000"/>
              <a:buFont typeface="Geo"/>
              <a:buAutoNum type="arabicPeriod"/>
            </a:pPr>
            <a:r>
              <a:rPr lang="en-IN" b="1">
                <a:solidFill>
                  <a:srgbClr val="FF0000"/>
                </a:solidFill>
              </a:rPr>
              <a:t>Welcome changing requirements</a:t>
            </a:r>
            <a:r>
              <a:rPr lang="en-IN" b="1"/>
              <a:t>, even late in development. Agile processes harness change for the customer’s competitive advantage.</a:t>
            </a:r>
            <a:endParaRPr/>
          </a:p>
          <a:p>
            <a:pPr marL="793728" lvl="2" indent="-457200" algn="l" rtl="0">
              <a:lnSpc>
                <a:spcPct val="100000"/>
              </a:lnSpc>
              <a:spcBef>
                <a:spcPts val="600"/>
              </a:spcBef>
              <a:spcAft>
                <a:spcPts val="0"/>
              </a:spcAft>
              <a:buClr>
                <a:srgbClr val="FF0000"/>
              </a:buClr>
              <a:buSzPct val="100000"/>
              <a:buFont typeface="Geo"/>
              <a:buAutoNum type="arabicPeriod"/>
            </a:pPr>
            <a:r>
              <a:rPr lang="en-IN" b="1">
                <a:solidFill>
                  <a:srgbClr val="FF0000"/>
                </a:solidFill>
              </a:rPr>
              <a:t>Deliver working software frequently</a:t>
            </a:r>
            <a:r>
              <a:rPr lang="en-IN" b="1"/>
              <a:t>, from a couple of weeks to a couple of months, with a preference to the shorter timescale.</a:t>
            </a:r>
            <a:endParaRPr/>
          </a:p>
          <a:p>
            <a:pPr marL="793728" lvl="2" indent="-457200" algn="l" rtl="0">
              <a:lnSpc>
                <a:spcPct val="100000"/>
              </a:lnSpc>
              <a:spcBef>
                <a:spcPts val="600"/>
              </a:spcBef>
              <a:spcAft>
                <a:spcPts val="0"/>
              </a:spcAft>
              <a:buClr>
                <a:srgbClr val="FF0000"/>
              </a:buClr>
              <a:buSzPct val="100000"/>
              <a:buFont typeface="Geo"/>
              <a:buAutoNum type="arabicPeriod"/>
            </a:pPr>
            <a:r>
              <a:rPr lang="en-IN" b="1">
                <a:solidFill>
                  <a:srgbClr val="FF0000"/>
                </a:solidFill>
              </a:rPr>
              <a:t>Businesspeople and developers work together daily </a:t>
            </a:r>
            <a:r>
              <a:rPr lang="en-IN" b="1"/>
              <a:t>throughout the project.</a:t>
            </a:r>
            <a:endParaRPr/>
          </a:p>
          <a:p>
            <a:pPr marL="793728" lvl="2" indent="-457200" algn="l" rtl="0">
              <a:lnSpc>
                <a:spcPct val="100000"/>
              </a:lnSpc>
              <a:spcBef>
                <a:spcPts val="600"/>
              </a:spcBef>
              <a:spcAft>
                <a:spcPts val="0"/>
              </a:spcAft>
              <a:buClr>
                <a:srgbClr val="FF0000"/>
              </a:buClr>
              <a:buSzPct val="100000"/>
              <a:buFont typeface="Geo"/>
              <a:buAutoNum type="arabicPeriod"/>
            </a:pPr>
            <a:r>
              <a:rPr lang="en-IN" b="1">
                <a:solidFill>
                  <a:srgbClr val="FF0000"/>
                </a:solidFill>
              </a:rPr>
              <a:t>Build projects around motivated individuals</a:t>
            </a:r>
            <a:r>
              <a:rPr lang="en-IN" b="1"/>
              <a:t>. Give them the environment and support they need and trust them to get the job done.</a:t>
            </a:r>
            <a:endParaRPr/>
          </a:p>
          <a:p>
            <a:pPr marL="793728" lvl="2" indent="-457200" algn="l" rtl="0">
              <a:lnSpc>
                <a:spcPct val="100000"/>
              </a:lnSpc>
              <a:spcBef>
                <a:spcPts val="600"/>
              </a:spcBef>
              <a:spcAft>
                <a:spcPts val="0"/>
              </a:spcAft>
              <a:buClr>
                <a:srgbClr val="3F3F3F"/>
              </a:buClr>
              <a:buSzPct val="100000"/>
              <a:buFont typeface="Geo"/>
              <a:buAutoNum type="arabicPeriod"/>
            </a:pPr>
            <a:r>
              <a:rPr lang="en-IN" b="1"/>
              <a:t>The most efficient and effective method of conveying information to and within a development team is </a:t>
            </a:r>
            <a:r>
              <a:rPr lang="en-IN" b="1">
                <a:solidFill>
                  <a:srgbClr val="FF0000"/>
                </a:solidFill>
              </a:rPr>
              <a:t>face-to-face conversation</a:t>
            </a:r>
            <a:r>
              <a:rPr lang="en-IN" b="1"/>
              <a:t>.</a:t>
            </a:r>
            <a:endParaRPr/>
          </a:p>
          <a:p>
            <a:pPr marL="793728" lvl="2" indent="-457200" algn="l" rtl="0">
              <a:lnSpc>
                <a:spcPct val="100000"/>
              </a:lnSpc>
              <a:spcBef>
                <a:spcPts val="600"/>
              </a:spcBef>
              <a:spcAft>
                <a:spcPts val="0"/>
              </a:spcAft>
              <a:buClr>
                <a:srgbClr val="FF0000"/>
              </a:buClr>
              <a:buSzPct val="100000"/>
              <a:buFont typeface="Geo"/>
              <a:buAutoNum type="arabicPeriod"/>
            </a:pPr>
            <a:r>
              <a:rPr lang="en-IN" b="1">
                <a:solidFill>
                  <a:srgbClr val="FF0000"/>
                </a:solidFill>
              </a:rPr>
              <a:t>Working software </a:t>
            </a:r>
            <a:r>
              <a:rPr lang="en-IN" b="1"/>
              <a:t>is the primary measure of progress.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0"/>
          <p:cNvSpPr txBox="1">
            <a:spLocks noGrp="1"/>
          </p:cNvSpPr>
          <p:nvPr>
            <p:ph type="title"/>
          </p:nvPr>
        </p:nvSpPr>
        <p:spPr>
          <a:xfrm>
            <a:off x="609600" y="215372"/>
            <a:ext cx="10972800"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600"/>
              <a:buFont typeface="Times New Roman"/>
              <a:buNone/>
            </a:pPr>
            <a:r>
              <a:rPr lang="en-IN"/>
              <a:t>Table 1-2: The Agile Manifesto </a:t>
            </a:r>
            <a:r>
              <a:rPr lang="en-IN" sz="2000" b="0"/>
              <a:t>(3 of 3)</a:t>
            </a:r>
            <a:endParaRPr/>
          </a:p>
        </p:txBody>
      </p:sp>
      <p:sp>
        <p:nvSpPr>
          <p:cNvPr id="273" name="Google Shape;273;p20"/>
          <p:cNvSpPr txBox="1">
            <a:spLocks noGrp="1"/>
          </p:cNvSpPr>
          <p:nvPr>
            <p:ph type="body" idx="1"/>
          </p:nvPr>
        </p:nvSpPr>
        <p:spPr>
          <a:xfrm>
            <a:off x="800985" y="1503164"/>
            <a:ext cx="10972799" cy="4099778"/>
          </a:xfrm>
          <a:prstGeom prst="rect">
            <a:avLst/>
          </a:prstGeom>
          <a:solidFill>
            <a:schemeClr val="lt1"/>
          </a:solidFill>
          <a:ln>
            <a:noFill/>
          </a:ln>
        </p:spPr>
        <p:txBody>
          <a:bodyPr spcFirstLastPara="1" wrap="square" lIns="0" tIns="0" rIns="0" bIns="0" anchor="t" anchorCtr="0">
            <a:normAutofit fontScale="92500" lnSpcReduction="20000"/>
          </a:bodyPr>
          <a:lstStyle/>
          <a:p>
            <a:pPr marL="850878" lvl="2" indent="-514350" algn="l" rtl="0">
              <a:lnSpc>
                <a:spcPct val="100000"/>
              </a:lnSpc>
              <a:spcBef>
                <a:spcPts val="0"/>
              </a:spcBef>
              <a:spcAft>
                <a:spcPts val="0"/>
              </a:spcAft>
              <a:buClr>
                <a:srgbClr val="FF0000"/>
              </a:buClr>
              <a:buSzPct val="100000"/>
              <a:buFont typeface="Geo"/>
              <a:buAutoNum type="arabicPeriod" startAt="8"/>
            </a:pPr>
            <a:r>
              <a:rPr lang="en-IN" sz="2800" b="1">
                <a:solidFill>
                  <a:srgbClr val="FF0000"/>
                </a:solidFill>
              </a:rPr>
              <a:t>Continuous attention </a:t>
            </a:r>
            <a:r>
              <a:rPr lang="en-IN" sz="2800" b="1"/>
              <a:t>to technical excellence and good design enhances agility.</a:t>
            </a:r>
            <a:endParaRPr/>
          </a:p>
          <a:p>
            <a:pPr marL="850878" lvl="2" indent="-514350" algn="l" rtl="0">
              <a:lnSpc>
                <a:spcPct val="100000"/>
              </a:lnSpc>
              <a:spcBef>
                <a:spcPts val="600"/>
              </a:spcBef>
              <a:spcAft>
                <a:spcPts val="0"/>
              </a:spcAft>
              <a:buClr>
                <a:srgbClr val="3F3F3F"/>
              </a:buClr>
              <a:buSzPct val="100000"/>
              <a:buFont typeface="Geo"/>
              <a:buAutoNum type="arabicPeriod" startAt="8"/>
            </a:pPr>
            <a:r>
              <a:rPr lang="en-IN" sz="2800" b="1"/>
              <a:t>Agile processes </a:t>
            </a:r>
            <a:r>
              <a:rPr lang="en-IN" sz="2800" b="1">
                <a:solidFill>
                  <a:srgbClr val="FF0000"/>
                </a:solidFill>
              </a:rPr>
              <a:t>promote sustainable development</a:t>
            </a:r>
            <a:r>
              <a:rPr lang="en-IN" sz="2800" b="1"/>
              <a:t>. The sponsors, developers, and users should be able to maintain a constant pace indefinitely.</a:t>
            </a:r>
            <a:endParaRPr/>
          </a:p>
          <a:p>
            <a:pPr marL="850878" lvl="2" indent="-514350" algn="l" rtl="0">
              <a:lnSpc>
                <a:spcPct val="100000"/>
              </a:lnSpc>
              <a:spcBef>
                <a:spcPts val="600"/>
              </a:spcBef>
              <a:spcAft>
                <a:spcPts val="0"/>
              </a:spcAft>
              <a:buClr>
                <a:srgbClr val="FF0000"/>
              </a:buClr>
              <a:buSzPct val="100000"/>
              <a:buFont typeface="Geo"/>
              <a:buAutoNum type="arabicPeriod" startAt="8"/>
            </a:pPr>
            <a:r>
              <a:rPr lang="en-IN" sz="2800" b="1">
                <a:solidFill>
                  <a:srgbClr val="FF0000"/>
                </a:solidFill>
              </a:rPr>
              <a:t>Simplicity</a:t>
            </a:r>
            <a:r>
              <a:rPr lang="en-IN" sz="2800" b="1"/>
              <a:t>—the art of maximizing the amount of work not done—is essential.</a:t>
            </a:r>
            <a:endParaRPr/>
          </a:p>
          <a:p>
            <a:pPr marL="850878" lvl="2" indent="-514350" algn="l" rtl="0">
              <a:lnSpc>
                <a:spcPct val="100000"/>
              </a:lnSpc>
              <a:spcBef>
                <a:spcPts val="600"/>
              </a:spcBef>
              <a:spcAft>
                <a:spcPts val="0"/>
              </a:spcAft>
              <a:buClr>
                <a:srgbClr val="3F3F3F"/>
              </a:buClr>
              <a:buSzPct val="100000"/>
              <a:buFont typeface="Geo"/>
              <a:buAutoNum type="arabicPeriod" startAt="8"/>
            </a:pPr>
            <a:r>
              <a:rPr lang="en-IN" sz="2800" b="1"/>
              <a:t>The best architectures, requirements, and designs emerge from </a:t>
            </a:r>
            <a:r>
              <a:rPr lang="en-IN" sz="2800" b="1">
                <a:solidFill>
                  <a:srgbClr val="FF0000"/>
                </a:solidFill>
              </a:rPr>
              <a:t>self-organizing teams.</a:t>
            </a:r>
            <a:endParaRPr/>
          </a:p>
          <a:p>
            <a:pPr marL="850878" lvl="2" indent="-514350" algn="l" rtl="0">
              <a:lnSpc>
                <a:spcPct val="100000"/>
              </a:lnSpc>
              <a:spcBef>
                <a:spcPts val="600"/>
              </a:spcBef>
              <a:spcAft>
                <a:spcPts val="0"/>
              </a:spcAft>
              <a:buClr>
                <a:srgbClr val="3F3F3F"/>
              </a:buClr>
              <a:buSzPct val="100000"/>
              <a:buFont typeface="Geo"/>
              <a:buAutoNum type="arabicPeriod" startAt="8"/>
            </a:pPr>
            <a:r>
              <a:rPr lang="en-IN" sz="2800" b="1"/>
              <a:t>At regular intervals, the team reflects on how to become more effective, then tunes and adjusts its </a:t>
            </a:r>
            <a:r>
              <a:rPr lang="en-IN" sz="2800" b="1">
                <a:solidFill>
                  <a:srgbClr val="FF0000"/>
                </a:solidFill>
              </a:rPr>
              <a:t>behaviour</a:t>
            </a:r>
            <a:r>
              <a:rPr lang="en-IN" sz="2800" b="1"/>
              <a:t> accordingly.</a:t>
            </a:r>
            <a:endParaRPr/>
          </a:p>
        </p:txBody>
      </p:sp>
      <p:sp>
        <p:nvSpPr>
          <p:cNvPr id="274" name="Google Shape;274;p20"/>
          <p:cNvSpPr txBox="1">
            <a:spLocks noGrp="1"/>
          </p:cNvSpPr>
          <p:nvPr>
            <p:ph type="body" idx="2"/>
          </p:nvPr>
        </p:nvSpPr>
        <p:spPr>
          <a:xfrm>
            <a:off x="1981200" y="5602942"/>
            <a:ext cx="8229600" cy="585134"/>
          </a:xfrm>
          <a:prstGeom prst="rect">
            <a:avLst/>
          </a:prstGeom>
          <a:noFill/>
          <a:ln>
            <a:noFill/>
          </a:ln>
        </p:spPr>
        <p:txBody>
          <a:bodyPr spcFirstLastPara="1" wrap="square" lIns="0" tIns="0" rIns="0" bIns="0" anchor="t" anchorCtr="0">
            <a:normAutofit lnSpcReduction="10000"/>
          </a:bodyPr>
          <a:lstStyle/>
          <a:p>
            <a:pPr marL="432" lvl="0" indent="0" algn="l" rtl="0">
              <a:lnSpc>
                <a:spcPct val="110000"/>
              </a:lnSpc>
              <a:spcBef>
                <a:spcPts val="0"/>
              </a:spcBef>
              <a:spcAft>
                <a:spcPts val="0"/>
              </a:spcAft>
              <a:buSzPts val="1200"/>
              <a:buNone/>
            </a:pPr>
            <a:r>
              <a:rPr lang="en-IN" sz="1200"/>
              <a:t>--Kent Beck, Mike Beedle, Are van Bennekum, Alistair Cockburn, Ward Cunningham, Martin Fowler, James Grenning, Jim Highsmith, Andrew Hunt, Ron Jefferies, Jon Kern, Brian Marick, Robert C. Martin, Steve Mellor, Ken Schwaber, Jeff Sutherland, Dave Thomas (</a:t>
            </a:r>
            <a:r>
              <a:rPr lang="en-IN" sz="1200" b="1" u="sng">
                <a:solidFill>
                  <a:schemeClr val="hlink"/>
                </a:solidFill>
                <a:hlinkClick r:id="rId3"/>
              </a:rPr>
              <a:t>www.AgileAlliance.org</a:t>
            </a:r>
            <a:r>
              <a:rPr lang="en-IN" sz="1200"/>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1"/>
          <p:cNvSpPr txBox="1">
            <a:spLocks noGrp="1"/>
          </p:cNvSpPr>
          <p:nvPr>
            <p:ph type="title"/>
          </p:nvPr>
        </p:nvSpPr>
        <p:spPr>
          <a:xfrm>
            <a:off x="609600" y="215372"/>
            <a:ext cx="10972800"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400"/>
              <a:buFont typeface="Times New Roman"/>
              <a:buNone/>
            </a:pPr>
            <a:r>
              <a:rPr lang="en-IN" sz="3400"/>
              <a:t>Agile Methodologies—Not for Every Project</a:t>
            </a:r>
            <a:endParaRPr/>
          </a:p>
        </p:txBody>
      </p:sp>
      <p:sp>
        <p:nvSpPr>
          <p:cNvPr id="280" name="Google Shape;280;p21"/>
          <p:cNvSpPr txBox="1">
            <a:spLocks noGrp="1"/>
          </p:cNvSpPr>
          <p:nvPr>
            <p:ph type="body" idx="2"/>
          </p:nvPr>
        </p:nvSpPr>
        <p:spPr>
          <a:xfrm>
            <a:off x="978195" y="1786270"/>
            <a:ext cx="10504968" cy="4148704"/>
          </a:xfrm>
          <a:prstGeom prst="rect">
            <a:avLst/>
          </a:prstGeom>
          <a:solidFill>
            <a:schemeClr val="lt1"/>
          </a:solidFill>
          <a:ln>
            <a:noFill/>
          </a:ln>
        </p:spPr>
        <p:txBody>
          <a:bodyPr spcFirstLastPara="1" wrap="square" lIns="0" tIns="0" rIns="0" bIns="0" anchor="t" anchorCtr="0">
            <a:normAutofit/>
          </a:bodyPr>
          <a:lstStyle/>
          <a:p>
            <a:pPr marL="91440" lvl="0" indent="-91440" algn="l" rtl="0">
              <a:lnSpc>
                <a:spcPct val="110000"/>
              </a:lnSpc>
              <a:spcBef>
                <a:spcPts val="0"/>
              </a:spcBef>
              <a:spcAft>
                <a:spcPts val="0"/>
              </a:spcAft>
              <a:buSzPts val="2800"/>
              <a:buChar char=" "/>
            </a:pPr>
            <a:r>
              <a:rPr lang="en-IN" sz="2800" b="1"/>
              <a:t>Agile methodologies are </a:t>
            </a:r>
            <a:r>
              <a:rPr lang="en-IN" sz="2800" b="1">
                <a:solidFill>
                  <a:srgbClr val="FF0000"/>
                </a:solidFill>
              </a:rPr>
              <a:t>not for everyone</a:t>
            </a:r>
            <a:endParaRPr/>
          </a:p>
          <a:p>
            <a:pPr marL="91440" lvl="0" indent="-91440" algn="l" rtl="0">
              <a:lnSpc>
                <a:spcPct val="110000"/>
              </a:lnSpc>
              <a:spcBef>
                <a:spcPts val="1400"/>
              </a:spcBef>
              <a:spcAft>
                <a:spcPts val="0"/>
              </a:spcAft>
              <a:buSzPts val="2800"/>
              <a:buChar char=" "/>
            </a:pPr>
            <a:r>
              <a:rPr lang="en-IN" sz="2800" b="1">
                <a:solidFill>
                  <a:srgbClr val="FF0000"/>
                </a:solidFill>
              </a:rPr>
              <a:t>Fowler recommends an agile process if your project involves</a:t>
            </a:r>
            <a:endParaRPr/>
          </a:p>
          <a:p>
            <a:pPr marL="384048" lvl="1" indent="-284400" algn="l" rtl="0">
              <a:lnSpc>
                <a:spcPct val="100000"/>
              </a:lnSpc>
              <a:spcBef>
                <a:spcPts val="400"/>
              </a:spcBef>
              <a:spcAft>
                <a:spcPts val="0"/>
              </a:spcAft>
              <a:buClr>
                <a:srgbClr val="3F3F3F"/>
              </a:buClr>
              <a:buSzPts val="2800"/>
              <a:buChar char="◦"/>
            </a:pPr>
            <a:r>
              <a:rPr lang="en-IN" sz="2800" b="1"/>
              <a:t>unpredictable or dynamic requirements</a:t>
            </a:r>
            <a:endParaRPr/>
          </a:p>
          <a:p>
            <a:pPr marL="384048" lvl="1" indent="-284400" algn="l" rtl="0">
              <a:lnSpc>
                <a:spcPct val="100000"/>
              </a:lnSpc>
              <a:spcBef>
                <a:spcPts val="600"/>
              </a:spcBef>
              <a:spcAft>
                <a:spcPts val="0"/>
              </a:spcAft>
              <a:buClr>
                <a:srgbClr val="3F3F3F"/>
              </a:buClr>
              <a:buSzPts val="2800"/>
              <a:buChar char="◦"/>
            </a:pPr>
            <a:r>
              <a:rPr lang="en-IN" sz="2800" b="1"/>
              <a:t>responsible and motivated developers</a:t>
            </a:r>
            <a:endParaRPr/>
          </a:p>
          <a:p>
            <a:pPr marL="384048" lvl="1" indent="-284400" algn="l" rtl="0">
              <a:lnSpc>
                <a:spcPct val="100000"/>
              </a:lnSpc>
              <a:spcBef>
                <a:spcPts val="600"/>
              </a:spcBef>
              <a:spcAft>
                <a:spcPts val="0"/>
              </a:spcAft>
              <a:buClr>
                <a:srgbClr val="3F3F3F"/>
              </a:buClr>
              <a:buSzPts val="2800"/>
              <a:buChar char="◦"/>
            </a:pPr>
            <a:r>
              <a:rPr lang="en-IN" sz="2800" b="1"/>
              <a:t>customers who understand the process and will get involved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2"/>
          <p:cNvSpPr txBox="1">
            <a:spLocks noGrp="1"/>
          </p:cNvSpPr>
          <p:nvPr>
            <p:ph type="title"/>
          </p:nvPr>
        </p:nvSpPr>
        <p:spPr>
          <a:xfrm>
            <a:off x="1291519" y="-365094"/>
            <a:ext cx="10117215" cy="1221346"/>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2600"/>
              <a:buFont typeface="Times New Roman"/>
              <a:buNone/>
            </a:pPr>
            <a:r>
              <a:rPr lang="en-IN" sz="2600"/>
              <a:t>Table 1-3: Five Critical Factors that Distinguish Agile and Traditional Approaches to System Development</a:t>
            </a:r>
            <a:endParaRPr/>
          </a:p>
        </p:txBody>
      </p:sp>
      <p:graphicFrame>
        <p:nvGraphicFramePr>
          <p:cNvPr id="286" name="Google Shape;286;p22"/>
          <p:cNvGraphicFramePr/>
          <p:nvPr/>
        </p:nvGraphicFramePr>
        <p:xfrm>
          <a:off x="551120" y="966166"/>
          <a:ext cx="3000000" cy="3000000"/>
        </p:xfrm>
        <a:graphic>
          <a:graphicData uri="http://schemas.openxmlformats.org/drawingml/2006/table">
            <a:tbl>
              <a:tblPr firstRow="1" bandRow="1">
                <a:noFill/>
                <a:tableStyleId>{40FD335F-5F4C-480F-94A4-4DFC7545B581}</a:tableStyleId>
              </a:tblPr>
              <a:tblGrid>
                <a:gridCol w="1512550">
                  <a:extLst>
                    <a:ext uri="{9D8B030D-6E8A-4147-A177-3AD203B41FA5}">
                      <a16:colId xmlns:a16="http://schemas.microsoft.com/office/drawing/2014/main" val="20000"/>
                    </a:ext>
                  </a:extLst>
                </a:gridCol>
                <a:gridCol w="4503950">
                  <a:extLst>
                    <a:ext uri="{9D8B030D-6E8A-4147-A177-3AD203B41FA5}">
                      <a16:colId xmlns:a16="http://schemas.microsoft.com/office/drawing/2014/main" val="20001"/>
                    </a:ext>
                  </a:extLst>
                </a:gridCol>
                <a:gridCol w="5073250">
                  <a:extLst>
                    <a:ext uri="{9D8B030D-6E8A-4147-A177-3AD203B41FA5}">
                      <a16:colId xmlns:a16="http://schemas.microsoft.com/office/drawing/2014/main" val="20002"/>
                    </a:ext>
                  </a:extLst>
                </a:gridCol>
              </a:tblGrid>
              <a:tr h="530100">
                <a:tc>
                  <a:txBody>
                    <a:bodyPr/>
                    <a:lstStyle/>
                    <a:p>
                      <a:pPr marL="0" marR="0" lvl="0" indent="0" algn="l" rtl="0">
                        <a:spcBef>
                          <a:spcPts val="0"/>
                        </a:spcBef>
                        <a:spcAft>
                          <a:spcPts val="0"/>
                        </a:spcAft>
                        <a:buNone/>
                      </a:pPr>
                      <a:r>
                        <a:rPr lang="en-IN" sz="1800" b="1"/>
                        <a:t>Factor</a:t>
                      </a:r>
                      <a:endParaRPr/>
                    </a:p>
                  </a:txBody>
                  <a:tcPr marL="91450" marR="91450" marT="45725" marB="45725"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1"/>
                        <a:t>Agile Methods</a:t>
                      </a:r>
                      <a:endParaRPr/>
                    </a:p>
                  </a:txBody>
                  <a:tcPr marL="91450" marR="91450" marT="45725" marB="45725"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1"/>
                        <a:t>Traditional Methods</a:t>
                      </a:r>
                      <a:endParaRPr/>
                    </a:p>
                  </a:txBody>
                  <a:tcPr marL="91450" marR="91450" marT="45725" marB="45725"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53550">
                <a:tc>
                  <a:txBody>
                    <a:bodyPr/>
                    <a:lstStyle/>
                    <a:p>
                      <a:pPr marL="0" marR="0" lvl="0" indent="0" algn="l" rtl="0">
                        <a:spcBef>
                          <a:spcPts val="0"/>
                        </a:spcBef>
                        <a:spcAft>
                          <a:spcPts val="0"/>
                        </a:spcAft>
                        <a:buNone/>
                      </a:pPr>
                      <a:r>
                        <a:rPr lang="en-IN" sz="1800" b="1"/>
                        <a:t>Size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1"/>
                        <a:t>Well matched to small products and teams Reliance on tacit knowledge limits scalability</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1"/>
                        <a:t>Methods evolved to handle large products and teams Hard to tailor down to small products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914975">
                <a:tc>
                  <a:txBody>
                    <a:bodyPr/>
                    <a:lstStyle/>
                    <a:p>
                      <a:pPr marL="0" marR="0" lvl="0" indent="0" algn="l" rtl="0">
                        <a:spcBef>
                          <a:spcPts val="0"/>
                        </a:spcBef>
                        <a:spcAft>
                          <a:spcPts val="0"/>
                        </a:spcAft>
                        <a:buNone/>
                      </a:pPr>
                      <a:r>
                        <a:rPr lang="en-IN" sz="1800" b="1"/>
                        <a:t>Criticality</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1"/>
                        <a:t>Untested on safety-critical products</a:t>
                      </a:r>
                      <a:endParaRPr/>
                    </a:p>
                    <a:p>
                      <a:pPr marL="0" marR="0" lvl="0" indent="0" algn="l" rtl="0">
                        <a:spcBef>
                          <a:spcPts val="0"/>
                        </a:spcBef>
                        <a:spcAft>
                          <a:spcPts val="0"/>
                        </a:spcAft>
                        <a:buNone/>
                      </a:pPr>
                      <a:r>
                        <a:rPr lang="en-IN" sz="1800" b="1"/>
                        <a:t>Potential difficulties with simple design and lack of documentation</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1"/>
                        <a:t>Methods evolved to handle highly critical products Hard to tailor down to products that are not critical.</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1176400">
                <a:tc>
                  <a:txBody>
                    <a:bodyPr/>
                    <a:lstStyle/>
                    <a:p>
                      <a:pPr marL="0" marR="0" lvl="0" indent="0" algn="l" rtl="0">
                        <a:spcBef>
                          <a:spcPts val="0"/>
                        </a:spcBef>
                        <a:spcAft>
                          <a:spcPts val="0"/>
                        </a:spcAft>
                        <a:buNone/>
                      </a:pPr>
                      <a:r>
                        <a:rPr lang="en-IN" sz="1800" b="1"/>
                        <a:t>Dynamism</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1"/>
                        <a:t>Simple design and continuous refactoring</a:t>
                      </a:r>
                      <a:endParaRPr/>
                    </a:p>
                    <a:p>
                      <a:pPr marL="0" marR="0" lvl="0" indent="0" algn="l" rtl="0">
                        <a:spcBef>
                          <a:spcPts val="0"/>
                        </a:spcBef>
                        <a:spcAft>
                          <a:spcPts val="0"/>
                        </a:spcAft>
                        <a:buNone/>
                      </a:pPr>
                      <a:r>
                        <a:rPr lang="en-IN" sz="1800" b="1"/>
                        <a:t>are excellent for highly dynamic environments but a source of potentially expensive rework for highly stable environments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1"/>
                        <a:t>Detailed plans and Big Design Up Front, excellent for highly stable environment but a source of expensive rework for highly dynamic environments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914975">
                <a:tc>
                  <a:txBody>
                    <a:bodyPr/>
                    <a:lstStyle/>
                    <a:p>
                      <a:pPr marL="0" marR="0" lvl="0" indent="0" algn="l" rtl="0">
                        <a:spcBef>
                          <a:spcPts val="0"/>
                        </a:spcBef>
                        <a:spcAft>
                          <a:spcPts val="0"/>
                        </a:spcAft>
                        <a:buNone/>
                      </a:pPr>
                      <a:r>
                        <a:rPr lang="en-IN" sz="1800" b="1"/>
                        <a:t>Personnel</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1"/>
                        <a:t>Requires continuous presence of a critical mass of scarce experts </a:t>
                      </a:r>
                      <a:endParaRPr/>
                    </a:p>
                    <a:p>
                      <a:pPr marL="0" marR="0" lvl="0" indent="0" algn="l" rtl="0">
                        <a:spcBef>
                          <a:spcPts val="0"/>
                        </a:spcBef>
                        <a:spcAft>
                          <a:spcPts val="0"/>
                        </a:spcAft>
                        <a:buNone/>
                      </a:pPr>
                      <a:r>
                        <a:rPr lang="en-IN" sz="1800" b="1"/>
                        <a:t>Risky to use non-agile people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1"/>
                        <a:t>Needs a critical mass of scarce experts during project definition but can work with fewer later in the project, unless the environment is highly dynamic</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914975">
                <a:tc>
                  <a:txBody>
                    <a:bodyPr/>
                    <a:lstStyle/>
                    <a:p>
                      <a:pPr marL="0" marR="0" lvl="0" indent="0" algn="l" rtl="0">
                        <a:spcBef>
                          <a:spcPts val="0"/>
                        </a:spcBef>
                        <a:spcAft>
                          <a:spcPts val="0"/>
                        </a:spcAft>
                        <a:buNone/>
                      </a:pPr>
                      <a:r>
                        <a:rPr lang="en-IN" sz="1800" b="1"/>
                        <a:t>Culture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1"/>
                        <a:t>Thrives in a culture where people feel comfortable and empowered by having many degrees of freedom (thriving on chaos)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1"/>
                        <a:t>Thrives in a culture where people feel comfortable and empowered by having their roles defined by clear practices and procedures (thriving on order)</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3"/>
          <p:cNvSpPr txBox="1">
            <a:spLocks noGrp="1"/>
          </p:cNvSpPr>
          <p:nvPr>
            <p:ph type="title"/>
          </p:nvPr>
        </p:nvSpPr>
        <p:spPr>
          <a:xfrm>
            <a:off x="609600" y="215372"/>
            <a:ext cx="10972800"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600"/>
              <a:buFont typeface="Times New Roman"/>
              <a:buNone/>
            </a:pPr>
            <a:r>
              <a:rPr lang="en-IN"/>
              <a:t>Agile in Practice</a:t>
            </a:r>
            <a:endParaRPr sz="2000" b="0"/>
          </a:p>
        </p:txBody>
      </p:sp>
      <p:sp>
        <p:nvSpPr>
          <p:cNvPr id="292" name="Google Shape;292;p23"/>
          <p:cNvSpPr txBox="1">
            <a:spLocks noGrp="1"/>
          </p:cNvSpPr>
          <p:nvPr>
            <p:ph type="body" idx="2"/>
          </p:nvPr>
        </p:nvSpPr>
        <p:spPr>
          <a:xfrm>
            <a:off x="609600" y="2010757"/>
            <a:ext cx="10972800" cy="4219922"/>
          </a:xfrm>
          <a:prstGeom prst="rect">
            <a:avLst/>
          </a:prstGeom>
          <a:noFill/>
          <a:ln>
            <a:noFill/>
          </a:ln>
        </p:spPr>
        <p:txBody>
          <a:bodyPr spcFirstLastPara="1" wrap="square" lIns="0" tIns="0" rIns="0" bIns="0" anchor="t" anchorCtr="0">
            <a:normAutofit fontScale="92500" lnSpcReduction="20000"/>
          </a:bodyPr>
          <a:lstStyle/>
          <a:p>
            <a:pPr marL="91440" lvl="0" indent="-91440" algn="l" rtl="0">
              <a:lnSpc>
                <a:spcPct val="110000"/>
              </a:lnSpc>
              <a:spcBef>
                <a:spcPts val="0"/>
              </a:spcBef>
              <a:spcAft>
                <a:spcPts val="0"/>
              </a:spcAft>
              <a:buSzPct val="100000"/>
              <a:buChar char=" "/>
            </a:pPr>
            <a:r>
              <a:rPr lang="en-IN" sz="3200" b="1">
                <a:solidFill>
                  <a:srgbClr val="00B0F0"/>
                </a:solidFill>
              </a:rPr>
              <a:t>Three primary factors critical for success</a:t>
            </a:r>
            <a:endParaRPr/>
          </a:p>
          <a:p>
            <a:pPr marL="384048" lvl="1" indent="-284400" algn="l" rtl="0">
              <a:lnSpc>
                <a:spcPct val="100000"/>
              </a:lnSpc>
              <a:spcBef>
                <a:spcPts val="400"/>
              </a:spcBef>
              <a:spcAft>
                <a:spcPts val="0"/>
              </a:spcAft>
              <a:buClr>
                <a:srgbClr val="3F3F3F"/>
              </a:buClr>
              <a:buSzPct val="100000"/>
              <a:buChar char="◦"/>
            </a:pPr>
            <a:r>
              <a:rPr lang="en-IN" sz="3200" b="1"/>
              <a:t>Delivery strategy: Continuous delivery of working software in short time scales</a:t>
            </a:r>
            <a:endParaRPr/>
          </a:p>
          <a:p>
            <a:pPr marL="384048" lvl="1" indent="-284400" algn="l" rtl="0">
              <a:lnSpc>
                <a:spcPct val="100000"/>
              </a:lnSpc>
              <a:spcBef>
                <a:spcPts val="600"/>
              </a:spcBef>
              <a:spcAft>
                <a:spcPts val="0"/>
              </a:spcAft>
              <a:buClr>
                <a:srgbClr val="3F3F3F"/>
              </a:buClr>
              <a:buSzPct val="100000"/>
              <a:buChar char="◦"/>
            </a:pPr>
            <a:r>
              <a:rPr lang="en-IN" sz="3200" b="1"/>
              <a:t>Following agile software engineering practices</a:t>
            </a:r>
            <a:endParaRPr/>
          </a:p>
          <a:p>
            <a:pPr marL="384048" lvl="1" indent="-284400" algn="l" rtl="0">
              <a:lnSpc>
                <a:spcPct val="100000"/>
              </a:lnSpc>
              <a:spcBef>
                <a:spcPts val="600"/>
              </a:spcBef>
              <a:spcAft>
                <a:spcPts val="0"/>
              </a:spcAft>
              <a:buClr>
                <a:srgbClr val="3F3F3F"/>
              </a:buClr>
              <a:buSzPct val="100000"/>
              <a:buChar char="◦"/>
            </a:pPr>
            <a:r>
              <a:rPr lang="en-IN" sz="3200" b="1"/>
              <a:t>Team capability: Agile principle of building projects around motivated individuals</a:t>
            </a:r>
            <a:endParaRPr/>
          </a:p>
          <a:p>
            <a:pPr marL="91440" lvl="0" indent="-91440" algn="l" rtl="0">
              <a:lnSpc>
                <a:spcPct val="110000"/>
              </a:lnSpc>
              <a:spcBef>
                <a:spcPts val="1600"/>
              </a:spcBef>
              <a:spcAft>
                <a:spcPts val="0"/>
              </a:spcAft>
              <a:buSzPct val="100000"/>
              <a:buChar char=" "/>
            </a:pPr>
            <a:r>
              <a:rPr lang="en-IN" sz="3200" b="1"/>
              <a:t>Agile development offers managers and programmers more choice in their efforts to produce good systems that come in on time and under budget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297" name="Google Shape;297;p24" descr="What Is Extreme Programming (XP)? - Values, Principles, And Practices"/>
          <p:cNvPicPr preferRelativeResize="0"/>
          <p:nvPr/>
        </p:nvPicPr>
        <p:blipFill rotWithShape="1">
          <a:blip r:embed="rId3">
            <a:alphaModFix/>
          </a:blip>
          <a:srcRect/>
          <a:stretch/>
        </p:blipFill>
        <p:spPr>
          <a:xfrm>
            <a:off x="2640013" y="2420939"/>
            <a:ext cx="6227762" cy="3335337"/>
          </a:xfrm>
          <a:prstGeom prst="rect">
            <a:avLst/>
          </a:prstGeom>
          <a:noFill/>
          <a:ln>
            <a:noFill/>
          </a:ln>
        </p:spPr>
      </p:pic>
      <p:sp>
        <p:nvSpPr>
          <p:cNvPr id="298" name="Google Shape;298;p24"/>
          <p:cNvSpPr txBox="1">
            <a:spLocks noGrp="1"/>
          </p:cNvSpPr>
          <p:nvPr>
            <p:ph type="title"/>
          </p:nvPr>
        </p:nvSpPr>
        <p:spPr>
          <a:xfrm>
            <a:off x="1981200" y="215901"/>
            <a:ext cx="8470900" cy="1096963"/>
          </a:xfrm>
          <a:prstGeom prst="rect">
            <a:avLst/>
          </a:prstGeom>
          <a:noFill/>
          <a:ln>
            <a:noFill/>
          </a:ln>
        </p:spPr>
        <p:txBody>
          <a:bodyPr spcFirstLastPara="1" wrap="square" lIns="0" tIns="0" rIns="0" bIns="0" anchor="b" anchorCtr="0">
            <a:normAutofit/>
          </a:bodyPr>
          <a:lstStyle/>
          <a:p>
            <a:pPr marL="0" lvl="0" indent="0" algn="ctr" rtl="0">
              <a:lnSpc>
                <a:spcPct val="100000"/>
              </a:lnSpc>
              <a:spcBef>
                <a:spcPts val="0"/>
              </a:spcBef>
              <a:spcAft>
                <a:spcPts val="0"/>
              </a:spcAft>
              <a:buSzPts val="3600"/>
              <a:buFont typeface="Times New Roman"/>
              <a:buNone/>
            </a:pPr>
            <a:r>
              <a:rPr lang="en-IN"/>
              <a:t>Figure 8: eXtreme Programming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5"/>
          <p:cNvSpPr txBox="1">
            <a:spLocks noGrp="1"/>
          </p:cNvSpPr>
          <p:nvPr>
            <p:ph type="title"/>
          </p:nvPr>
        </p:nvSpPr>
        <p:spPr>
          <a:xfrm>
            <a:off x="609600" y="215372"/>
            <a:ext cx="10972800" cy="61396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600"/>
              <a:buFont typeface="Times New Roman"/>
              <a:buNone/>
            </a:pPr>
            <a:r>
              <a:rPr lang="en-IN"/>
              <a:t>eXtreme Programming </a:t>
            </a:r>
            <a:r>
              <a:rPr lang="en-IN" sz="2000" b="0"/>
              <a:t>(1 of 2)</a:t>
            </a:r>
            <a:endParaRPr/>
          </a:p>
        </p:txBody>
      </p:sp>
      <p:sp>
        <p:nvSpPr>
          <p:cNvPr id="304" name="Google Shape;304;p25"/>
          <p:cNvSpPr txBox="1">
            <a:spLocks noGrp="1"/>
          </p:cNvSpPr>
          <p:nvPr>
            <p:ph type="body" idx="2"/>
          </p:nvPr>
        </p:nvSpPr>
        <p:spPr>
          <a:xfrm>
            <a:off x="609600" y="1338700"/>
            <a:ext cx="10972800" cy="4487941"/>
          </a:xfrm>
          <a:prstGeom prst="rect">
            <a:avLst/>
          </a:prstGeom>
          <a:solidFill>
            <a:schemeClr val="lt1"/>
          </a:solidFill>
          <a:ln>
            <a:noFill/>
          </a:ln>
        </p:spPr>
        <p:txBody>
          <a:bodyPr spcFirstLastPara="1" wrap="square" lIns="0" tIns="0" rIns="0" bIns="0" anchor="t" anchorCtr="0">
            <a:normAutofit/>
          </a:bodyPr>
          <a:lstStyle/>
          <a:p>
            <a:pPr marL="342900" lvl="0" indent="-342900" algn="l" rtl="0">
              <a:lnSpc>
                <a:spcPct val="110000"/>
              </a:lnSpc>
              <a:spcBef>
                <a:spcPts val="0"/>
              </a:spcBef>
              <a:spcAft>
                <a:spcPts val="0"/>
              </a:spcAft>
              <a:buSzPts val="2400"/>
              <a:buFont typeface="Courier New"/>
              <a:buChar char="o"/>
            </a:pPr>
            <a:r>
              <a:rPr lang="en-IN" b="1"/>
              <a:t>Short, incremental development cycles</a:t>
            </a:r>
            <a:endParaRPr/>
          </a:p>
          <a:p>
            <a:pPr marL="342900" lvl="0" indent="-342900" algn="l" rtl="0">
              <a:lnSpc>
                <a:spcPct val="110000"/>
              </a:lnSpc>
              <a:spcBef>
                <a:spcPts val="1400"/>
              </a:spcBef>
              <a:spcAft>
                <a:spcPts val="0"/>
              </a:spcAft>
              <a:buSzPts val="2400"/>
              <a:buFont typeface="Courier New"/>
              <a:buChar char="o"/>
            </a:pPr>
            <a:r>
              <a:rPr lang="en-IN" b="1"/>
              <a:t>Focus on automated tests written by programmers</a:t>
            </a:r>
            <a:endParaRPr/>
          </a:p>
          <a:p>
            <a:pPr marL="342900" lvl="0" indent="-342900" algn="l" rtl="0">
              <a:lnSpc>
                <a:spcPct val="110000"/>
              </a:lnSpc>
              <a:spcBef>
                <a:spcPts val="1400"/>
              </a:spcBef>
              <a:spcAft>
                <a:spcPts val="0"/>
              </a:spcAft>
              <a:buSzPts val="2400"/>
              <a:buFont typeface="Courier New"/>
              <a:buChar char="o"/>
            </a:pPr>
            <a:r>
              <a:rPr lang="en-IN" b="1"/>
              <a:t>Emphasis on two-person programming teams</a:t>
            </a:r>
            <a:endParaRPr/>
          </a:p>
          <a:p>
            <a:pPr marL="342900" lvl="0" indent="-342900" algn="l" rtl="0">
              <a:lnSpc>
                <a:spcPct val="110000"/>
              </a:lnSpc>
              <a:spcBef>
                <a:spcPts val="1400"/>
              </a:spcBef>
              <a:spcAft>
                <a:spcPts val="0"/>
              </a:spcAft>
              <a:buSzPts val="2400"/>
              <a:buFont typeface="Courier New"/>
              <a:buChar char="o"/>
            </a:pPr>
            <a:r>
              <a:rPr lang="en-IN" b="1"/>
              <a:t>Customers to monitor the development process</a:t>
            </a:r>
            <a:endParaRPr/>
          </a:p>
          <a:p>
            <a:pPr marL="342900" lvl="0" indent="-342900" algn="l" rtl="0">
              <a:lnSpc>
                <a:spcPct val="110000"/>
              </a:lnSpc>
              <a:spcBef>
                <a:spcPts val="1400"/>
              </a:spcBef>
              <a:spcAft>
                <a:spcPts val="0"/>
              </a:spcAft>
              <a:buSzPts val="2400"/>
              <a:buFont typeface="Courier New"/>
              <a:buChar char="o"/>
            </a:pPr>
            <a:r>
              <a:rPr lang="en-IN" b="1"/>
              <a:t>Relevant parts of eXtreme Programming that relate to design specifications are</a:t>
            </a:r>
            <a:endParaRPr/>
          </a:p>
          <a:p>
            <a:pPr marL="740664" lvl="1" indent="-429768" algn="l" rtl="0">
              <a:lnSpc>
                <a:spcPct val="100000"/>
              </a:lnSpc>
              <a:spcBef>
                <a:spcPts val="400"/>
              </a:spcBef>
              <a:spcAft>
                <a:spcPts val="0"/>
              </a:spcAft>
              <a:buClr>
                <a:srgbClr val="3F3F3F"/>
              </a:buClr>
              <a:buSzPts val="2400"/>
              <a:buFont typeface="Geo"/>
              <a:buAutoNum type="arabicPeriod"/>
            </a:pPr>
            <a:r>
              <a:rPr lang="en-IN" b="1"/>
              <a:t>How planning, analysis, design, and construction are all fused into a single phase of activity</a:t>
            </a:r>
            <a:endParaRPr/>
          </a:p>
          <a:p>
            <a:pPr marL="740664" lvl="1" indent="-429768" algn="l" rtl="0">
              <a:lnSpc>
                <a:spcPct val="100000"/>
              </a:lnSpc>
              <a:spcBef>
                <a:spcPts val="600"/>
              </a:spcBef>
              <a:spcAft>
                <a:spcPts val="0"/>
              </a:spcAft>
              <a:buClr>
                <a:srgbClr val="3F3F3F"/>
              </a:buClr>
              <a:buSzPts val="2400"/>
              <a:buFont typeface="Geo"/>
              <a:buAutoNum type="arabicPeriod"/>
            </a:pPr>
            <a:r>
              <a:rPr lang="en-IN" b="1"/>
              <a:t>Its unique way of capturing and presenting system requirement and design specifications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6"/>
          <p:cNvSpPr txBox="1">
            <a:spLocks noGrp="1"/>
          </p:cNvSpPr>
          <p:nvPr>
            <p:ph type="title"/>
          </p:nvPr>
        </p:nvSpPr>
        <p:spPr>
          <a:xfrm>
            <a:off x="609600" y="215372"/>
            <a:ext cx="10972800"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600"/>
              <a:buFont typeface="Times New Roman"/>
              <a:buNone/>
            </a:pPr>
            <a:r>
              <a:rPr lang="en-IN"/>
              <a:t>eXtreme Programming </a:t>
            </a:r>
            <a:r>
              <a:rPr lang="en-IN" sz="2000" b="0"/>
              <a:t>(2 of 2)</a:t>
            </a:r>
            <a:endParaRPr/>
          </a:p>
        </p:txBody>
      </p:sp>
      <p:sp>
        <p:nvSpPr>
          <p:cNvPr id="310" name="Google Shape;310;p26"/>
          <p:cNvSpPr txBox="1">
            <a:spLocks noGrp="1"/>
          </p:cNvSpPr>
          <p:nvPr>
            <p:ph type="body" idx="2"/>
          </p:nvPr>
        </p:nvSpPr>
        <p:spPr>
          <a:xfrm>
            <a:off x="726558" y="1540719"/>
            <a:ext cx="10972800" cy="4583634"/>
          </a:xfrm>
          <a:prstGeom prst="rect">
            <a:avLst/>
          </a:prstGeom>
          <a:solidFill>
            <a:schemeClr val="lt1"/>
          </a:solidFill>
          <a:ln>
            <a:noFill/>
          </a:ln>
        </p:spPr>
        <p:txBody>
          <a:bodyPr spcFirstLastPara="1" wrap="square" lIns="0" tIns="0" rIns="0" bIns="0" anchor="t" anchorCtr="0">
            <a:normAutofit/>
          </a:bodyPr>
          <a:lstStyle/>
          <a:p>
            <a:pPr marL="91440" lvl="0" indent="-91440" algn="l" rtl="0">
              <a:lnSpc>
                <a:spcPct val="110000"/>
              </a:lnSpc>
              <a:spcBef>
                <a:spcPts val="0"/>
              </a:spcBef>
              <a:spcAft>
                <a:spcPts val="0"/>
              </a:spcAft>
              <a:buSzPts val="3200"/>
              <a:buFont typeface="Courier New"/>
              <a:buChar char="o"/>
            </a:pPr>
            <a:r>
              <a:rPr lang="en-IN" sz="3200" b="1"/>
              <a:t>Coding and testing are related parts of the same process</a:t>
            </a:r>
            <a:endParaRPr/>
          </a:p>
          <a:p>
            <a:pPr marL="91440" lvl="0" indent="-91440" algn="l" rtl="0">
              <a:lnSpc>
                <a:spcPct val="110000"/>
              </a:lnSpc>
              <a:spcBef>
                <a:spcPts val="1400"/>
              </a:spcBef>
              <a:spcAft>
                <a:spcPts val="0"/>
              </a:spcAft>
              <a:buSzPts val="3200"/>
              <a:buFont typeface="Courier New"/>
              <a:buChar char="o"/>
            </a:pPr>
            <a:r>
              <a:rPr lang="en-IN" sz="3200" b="1"/>
              <a:t>Advantages include</a:t>
            </a:r>
            <a:endParaRPr/>
          </a:p>
          <a:p>
            <a:pPr marL="384048" lvl="1" indent="-284400" algn="l" rtl="0">
              <a:lnSpc>
                <a:spcPct val="100000"/>
              </a:lnSpc>
              <a:spcBef>
                <a:spcPts val="400"/>
              </a:spcBef>
              <a:spcAft>
                <a:spcPts val="0"/>
              </a:spcAft>
              <a:buClr>
                <a:srgbClr val="3F3F3F"/>
              </a:buClr>
              <a:buSzPts val="3200"/>
              <a:buChar char="◦"/>
            </a:pPr>
            <a:r>
              <a:rPr lang="en-IN" sz="3200" b="1"/>
              <a:t>Increased communications among developers</a:t>
            </a:r>
            <a:endParaRPr/>
          </a:p>
          <a:p>
            <a:pPr marL="384048" lvl="1" indent="-284400" algn="l" rtl="0">
              <a:lnSpc>
                <a:spcPct val="100000"/>
              </a:lnSpc>
              <a:spcBef>
                <a:spcPts val="600"/>
              </a:spcBef>
              <a:spcAft>
                <a:spcPts val="0"/>
              </a:spcAft>
              <a:buClr>
                <a:srgbClr val="3F3F3F"/>
              </a:buClr>
              <a:buSzPts val="3200"/>
              <a:buChar char="◦"/>
            </a:pPr>
            <a:r>
              <a:rPr lang="en-IN" sz="3200" b="1"/>
              <a:t>Higher levels of productivity</a:t>
            </a:r>
            <a:endParaRPr/>
          </a:p>
          <a:p>
            <a:pPr marL="384048" lvl="1" indent="-284400" algn="l" rtl="0">
              <a:lnSpc>
                <a:spcPct val="100000"/>
              </a:lnSpc>
              <a:spcBef>
                <a:spcPts val="600"/>
              </a:spcBef>
              <a:spcAft>
                <a:spcPts val="0"/>
              </a:spcAft>
              <a:buClr>
                <a:srgbClr val="3F3F3F"/>
              </a:buClr>
              <a:buSzPts val="3200"/>
              <a:buChar char="◦"/>
            </a:pPr>
            <a:r>
              <a:rPr lang="en-IN" sz="3200" b="1"/>
              <a:t>Higher quality code</a:t>
            </a:r>
            <a:endParaRPr/>
          </a:p>
          <a:p>
            <a:pPr marL="384048" lvl="1" indent="-284400" algn="l" rtl="0">
              <a:lnSpc>
                <a:spcPct val="100000"/>
              </a:lnSpc>
              <a:spcBef>
                <a:spcPts val="600"/>
              </a:spcBef>
              <a:spcAft>
                <a:spcPts val="0"/>
              </a:spcAft>
              <a:buClr>
                <a:srgbClr val="3F3F3F"/>
              </a:buClr>
              <a:buSzPts val="3200"/>
              <a:buChar char="◦"/>
            </a:pPr>
            <a:r>
              <a:rPr lang="en-IN" sz="3200" b="1"/>
              <a:t>Reinforcement of other practices in eXtreme Programming</a:t>
            </a:r>
            <a:endParaRPr/>
          </a:p>
          <a:p>
            <a:pPr marL="566928" lvl="2" indent="-230399" algn="l" rtl="0">
              <a:lnSpc>
                <a:spcPct val="100000"/>
              </a:lnSpc>
              <a:spcBef>
                <a:spcPts val="600"/>
              </a:spcBef>
              <a:spcAft>
                <a:spcPts val="0"/>
              </a:spcAft>
              <a:buClr>
                <a:srgbClr val="3F3F3F"/>
              </a:buClr>
              <a:buSzPts val="3200"/>
              <a:buChar char="◦"/>
            </a:pPr>
            <a:r>
              <a:rPr lang="en-IN" sz="3200" b="1"/>
              <a:t>Include code-and-test discipline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7"/>
          <p:cNvSpPr txBox="1">
            <a:spLocks noGrp="1"/>
          </p:cNvSpPr>
          <p:nvPr>
            <p:ph type="title"/>
          </p:nvPr>
        </p:nvSpPr>
        <p:spPr>
          <a:xfrm>
            <a:off x="1981200" y="215901"/>
            <a:ext cx="8470900" cy="1096963"/>
          </a:xfrm>
          <a:prstGeom prst="rect">
            <a:avLst/>
          </a:prstGeom>
          <a:noFill/>
          <a:ln>
            <a:noFill/>
          </a:ln>
        </p:spPr>
        <p:txBody>
          <a:bodyPr spcFirstLastPara="1" wrap="square" lIns="0" tIns="0" rIns="0" bIns="0" anchor="b" anchorCtr="0">
            <a:normAutofit/>
          </a:bodyPr>
          <a:lstStyle/>
          <a:p>
            <a:pPr marL="0" lvl="0" indent="0" algn="ctr" rtl="0">
              <a:lnSpc>
                <a:spcPct val="100000"/>
              </a:lnSpc>
              <a:spcBef>
                <a:spcPts val="0"/>
              </a:spcBef>
              <a:spcAft>
                <a:spcPts val="0"/>
              </a:spcAft>
              <a:buSzPts val="3600"/>
              <a:buFont typeface="Times New Roman"/>
              <a:buNone/>
            </a:pPr>
            <a:r>
              <a:rPr lang="en-IN"/>
              <a:t>Figure 9: Scrum</a:t>
            </a:r>
            <a:endParaRPr/>
          </a:p>
        </p:txBody>
      </p:sp>
      <p:pic>
        <p:nvPicPr>
          <p:cNvPr id="316" name="Google Shape;316;p27" descr="what is scrum framework? And what are its advantages? | ssla.co.uk"/>
          <p:cNvPicPr preferRelativeResize="0"/>
          <p:nvPr/>
        </p:nvPicPr>
        <p:blipFill rotWithShape="1">
          <a:blip r:embed="rId3">
            <a:alphaModFix/>
          </a:blip>
          <a:srcRect/>
          <a:stretch/>
        </p:blipFill>
        <p:spPr>
          <a:xfrm>
            <a:off x="2773364" y="1700214"/>
            <a:ext cx="6645275" cy="442753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8"/>
          <p:cNvSpPr txBox="1">
            <a:spLocks noGrp="1"/>
          </p:cNvSpPr>
          <p:nvPr>
            <p:ph type="title"/>
          </p:nvPr>
        </p:nvSpPr>
        <p:spPr>
          <a:xfrm>
            <a:off x="609600" y="215372"/>
            <a:ext cx="10972800"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600"/>
              <a:buFont typeface="Times New Roman"/>
              <a:buNone/>
            </a:pPr>
            <a:r>
              <a:rPr lang="en-IN"/>
              <a:t>Scrum </a:t>
            </a:r>
            <a:r>
              <a:rPr lang="en-IN" sz="2000" b="0"/>
              <a:t>(1 of 3)</a:t>
            </a:r>
            <a:endParaRPr/>
          </a:p>
        </p:txBody>
      </p:sp>
      <p:sp>
        <p:nvSpPr>
          <p:cNvPr id="322" name="Google Shape;322;p28"/>
          <p:cNvSpPr txBox="1">
            <a:spLocks noGrp="1"/>
          </p:cNvSpPr>
          <p:nvPr>
            <p:ph type="body" idx="2"/>
          </p:nvPr>
        </p:nvSpPr>
        <p:spPr>
          <a:xfrm>
            <a:off x="1169581" y="2061714"/>
            <a:ext cx="9781953" cy="4445412"/>
          </a:xfrm>
          <a:prstGeom prst="rect">
            <a:avLst/>
          </a:prstGeom>
          <a:noFill/>
          <a:ln>
            <a:noFill/>
          </a:ln>
        </p:spPr>
        <p:txBody>
          <a:bodyPr spcFirstLastPara="1" wrap="square" lIns="0" tIns="0" rIns="0" bIns="0" anchor="t" anchorCtr="0">
            <a:normAutofit/>
          </a:bodyPr>
          <a:lstStyle/>
          <a:p>
            <a:pPr marL="91440" lvl="0" indent="-91440" algn="l" rtl="0">
              <a:lnSpc>
                <a:spcPct val="110000"/>
              </a:lnSpc>
              <a:spcBef>
                <a:spcPts val="0"/>
              </a:spcBef>
              <a:spcAft>
                <a:spcPts val="0"/>
              </a:spcAft>
              <a:buSzPts val="2800"/>
              <a:buChar char=" "/>
            </a:pPr>
            <a:r>
              <a:rPr lang="en-IN" sz="2800" b="1"/>
              <a:t>Originated in 1995 by Sutherland and Schwaber</a:t>
            </a:r>
            <a:endParaRPr sz="2800" b="1"/>
          </a:p>
          <a:p>
            <a:pPr marL="91440" lvl="0" indent="-91440" algn="l" rtl="0">
              <a:lnSpc>
                <a:spcPct val="110000"/>
              </a:lnSpc>
              <a:spcBef>
                <a:spcPts val="1400"/>
              </a:spcBef>
              <a:spcAft>
                <a:spcPts val="0"/>
              </a:spcAft>
              <a:buSzPts val="2800"/>
              <a:buChar char=" "/>
            </a:pPr>
            <a:r>
              <a:rPr lang="en-IN" sz="2800" b="1"/>
              <a:t>Most popular methodology for agile (58%)</a:t>
            </a:r>
            <a:endParaRPr/>
          </a:p>
          <a:p>
            <a:pPr marL="384048" lvl="1" indent="-284400" algn="l" rtl="0">
              <a:lnSpc>
                <a:spcPct val="100000"/>
              </a:lnSpc>
              <a:spcBef>
                <a:spcPts val="400"/>
              </a:spcBef>
              <a:spcAft>
                <a:spcPts val="0"/>
              </a:spcAft>
              <a:buClr>
                <a:srgbClr val="3F3F3F"/>
              </a:buClr>
              <a:buSzPts val="2800"/>
              <a:buChar char="◦"/>
            </a:pPr>
            <a:r>
              <a:rPr lang="en-IN" sz="2800" b="1"/>
              <a:t>Scrum framework includes</a:t>
            </a:r>
            <a:endParaRPr/>
          </a:p>
          <a:p>
            <a:pPr marL="384048" lvl="1" indent="-284400" algn="l" rtl="0">
              <a:lnSpc>
                <a:spcPct val="100000"/>
              </a:lnSpc>
              <a:spcBef>
                <a:spcPts val="600"/>
              </a:spcBef>
              <a:spcAft>
                <a:spcPts val="0"/>
              </a:spcAft>
              <a:buClr>
                <a:srgbClr val="3F3F3F"/>
              </a:buClr>
              <a:buSzPts val="2800"/>
              <a:buChar char="◦"/>
            </a:pPr>
            <a:r>
              <a:rPr lang="en-IN" sz="2800" b="1"/>
              <a:t>Scrum teams with associated roles, events, artifacts, and rules</a:t>
            </a:r>
            <a:endParaRPr/>
          </a:p>
          <a:p>
            <a:pPr marL="384048" lvl="1" indent="-284400" algn="l" rtl="0">
              <a:lnSpc>
                <a:spcPct val="100000"/>
              </a:lnSpc>
              <a:spcBef>
                <a:spcPts val="600"/>
              </a:spcBef>
              <a:spcAft>
                <a:spcPts val="0"/>
              </a:spcAft>
              <a:buClr>
                <a:srgbClr val="3F3F3F"/>
              </a:buClr>
              <a:buSzPts val="2800"/>
              <a:buChar char="◦"/>
            </a:pPr>
            <a:r>
              <a:rPr lang="en-IN" sz="2800" b="1"/>
              <a:t>Each team consists of three roles</a:t>
            </a:r>
            <a:endParaRPr/>
          </a:p>
          <a:p>
            <a:pPr marL="566928" lvl="2" indent="-230399" algn="l" rtl="0">
              <a:lnSpc>
                <a:spcPct val="100000"/>
              </a:lnSpc>
              <a:spcBef>
                <a:spcPts val="600"/>
              </a:spcBef>
              <a:spcAft>
                <a:spcPts val="0"/>
              </a:spcAft>
              <a:buClr>
                <a:srgbClr val="3F3F3F"/>
              </a:buClr>
              <a:buSzPts val="2800"/>
              <a:buChar char="◦"/>
            </a:pPr>
            <a:r>
              <a:rPr lang="en-IN" sz="2800" b="1"/>
              <a:t>Product owner</a:t>
            </a:r>
            <a:endParaRPr/>
          </a:p>
          <a:p>
            <a:pPr marL="566928" lvl="2" indent="-230399" algn="l" rtl="0">
              <a:lnSpc>
                <a:spcPct val="100000"/>
              </a:lnSpc>
              <a:spcBef>
                <a:spcPts val="600"/>
              </a:spcBef>
              <a:spcAft>
                <a:spcPts val="0"/>
              </a:spcAft>
              <a:buClr>
                <a:srgbClr val="3F3F3F"/>
              </a:buClr>
              <a:buSzPts val="2800"/>
              <a:buChar char="◦"/>
            </a:pPr>
            <a:r>
              <a:rPr lang="en-IN" sz="2800" b="1"/>
              <a:t>Development team</a:t>
            </a:r>
            <a:endParaRPr/>
          </a:p>
          <a:p>
            <a:pPr marL="566928" lvl="2" indent="-230399" algn="l" rtl="0">
              <a:lnSpc>
                <a:spcPct val="100000"/>
              </a:lnSpc>
              <a:spcBef>
                <a:spcPts val="600"/>
              </a:spcBef>
              <a:spcAft>
                <a:spcPts val="0"/>
              </a:spcAft>
              <a:buClr>
                <a:srgbClr val="3F3F3F"/>
              </a:buClr>
              <a:buSzPts val="2800"/>
              <a:buChar char="◦"/>
            </a:pPr>
            <a:r>
              <a:rPr lang="en-IN" sz="2800" b="1"/>
              <a:t>Scrum master</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9"/>
          <p:cNvSpPr txBox="1">
            <a:spLocks noGrp="1"/>
          </p:cNvSpPr>
          <p:nvPr>
            <p:ph type="title"/>
          </p:nvPr>
        </p:nvSpPr>
        <p:spPr>
          <a:xfrm>
            <a:off x="609600" y="215372"/>
            <a:ext cx="10972800"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600"/>
              <a:buFont typeface="Times New Roman"/>
              <a:buNone/>
            </a:pPr>
            <a:r>
              <a:rPr lang="en-IN"/>
              <a:t>Scrum </a:t>
            </a:r>
            <a:r>
              <a:rPr lang="en-IN" sz="2000" b="0"/>
              <a:t>(2 of 3)</a:t>
            </a:r>
            <a:endParaRPr/>
          </a:p>
        </p:txBody>
      </p:sp>
      <p:sp>
        <p:nvSpPr>
          <p:cNvPr id="328" name="Google Shape;328;p29"/>
          <p:cNvSpPr txBox="1">
            <a:spLocks noGrp="1"/>
          </p:cNvSpPr>
          <p:nvPr>
            <p:ph type="body" idx="2"/>
          </p:nvPr>
        </p:nvSpPr>
        <p:spPr>
          <a:xfrm>
            <a:off x="769088" y="2051081"/>
            <a:ext cx="10813312" cy="4328454"/>
          </a:xfrm>
          <a:prstGeom prst="rect">
            <a:avLst/>
          </a:prstGeom>
          <a:noFill/>
          <a:ln>
            <a:noFill/>
          </a:ln>
        </p:spPr>
        <p:txBody>
          <a:bodyPr spcFirstLastPara="1" wrap="square" lIns="0" tIns="0" rIns="0" bIns="0" anchor="t" anchorCtr="0">
            <a:normAutofit/>
          </a:bodyPr>
          <a:lstStyle/>
          <a:p>
            <a:pPr marL="91440" lvl="0" indent="-91440" algn="l" rtl="0">
              <a:lnSpc>
                <a:spcPct val="110000"/>
              </a:lnSpc>
              <a:spcBef>
                <a:spcPts val="0"/>
              </a:spcBef>
              <a:spcAft>
                <a:spcPts val="0"/>
              </a:spcAft>
              <a:buSzPts val="2800"/>
              <a:buFont typeface="Courier New"/>
              <a:buChar char="o"/>
            </a:pPr>
            <a:r>
              <a:rPr lang="en-IN" sz="2800" b="1"/>
              <a:t>Scrum designed for speed and multiple functional product releases</a:t>
            </a:r>
            <a:endParaRPr/>
          </a:p>
          <a:p>
            <a:pPr marL="91440" lvl="0" indent="-91440" algn="l" rtl="0">
              <a:lnSpc>
                <a:spcPct val="110000"/>
              </a:lnSpc>
              <a:spcBef>
                <a:spcPts val="1400"/>
              </a:spcBef>
              <a:spcAft>
                <a:spcPts val="0"/>
              </a:spcAft>
              <a:buSzPts val="2800"/>
              <a:buFont typeface="Courier New"/>
              <a:buChar char="o"/>
            </a:pPr>
            <a:r>
              <a:rPr lang="en-IN" sz="2800" b="1"/>
              <a:t>Primary unit is the Sprint (runs two weeks to a month)</a:t>
            </a:r>
            <a:endParaRPr/>
          </a:p>
          <a:p>
            <a:pPr marL="384048" lvl="1" indent="-284400" algn="l" rtl="0">
              <a:lnSpc>
                <a:spcPct val="100000"/>
              </a:lnSpc>
              <a:spcBef>
                <a:spcPts val="400"/>
              </a:spcBef>
              <a:spcAft>
                <a:spcPts val="0"/>
              </a:spcAft>
              <a:buClr>
                <a:srgbClr val="3F3F3F"/>
              </a:buClr>
              <a:buSzPts val="2800"/>
              <a:buFont typeface="Courier New"/>
              <a:buChar char="o"/>
            </a:pPr>
            <a:r>
              <a:rPr lang="en-IN" sz="2800" b="1"/>
              <a:t>Starts with an eight-hour planning meeting</a:t>
            </a:r>
            <a:endParaRPr/>
          </a:p>
          <a:p>
            <a:pPr marL="566928" lvl="2" indent="-230399" algn="l" rtl="0">
              <a:lnSpc>
                <a:spcPct val="100000"/>
              </a:lnSpc>
              <a:spcBef>
                <a:spcPts val="600"/>
              </a:spcBef>
              <a:spcAft>
                <a:spcPts val="0"/>
              </a:spcAft>
              <a:buClr>
                <a:srgbClr val="3F3F3F"/>
              </a:buClr>
              <a:buSzPts val="2800"/>
              <a:buFont typeface="Courier New"/>
              <a:buChar char="o"/>
            </a:pPr>
            <a:r>
              <a:rPr lang="en-IN" sz="2800" b="1"/>
              <a:t>What needs to be delivered by the end of the sprint</a:t>
            </a:r>
            <a:endParaRPr/>
          </a:p>
          <a:p>
            <a:pPr marL="566928" lvl="2" indent="-230399" algn="l" rtl="0">
              <a:lnSpc>
                <a:spcPct val="100000"/>
              </a:lnSpc>
              <a:spcBef>
                <a:spcPts val="600"/>
              </a:spcBef>
              <a:spcAft>
                <a:spcPts val="0"/>
              </a:spcAft>
              <a:buClr>
                <a:srgbClr val="3F3F3F"/>
              </a:buClr>
              <a:buSzPts val="2800"/>
              <a:buFont typeface="Courier New"/>
              <a:buChar char="o"/>
            </a:pPr>
            <a:r>
              <a:rPr lang="en-IN" sz="2800" b="1"/>
              <a:t>How will the team accomplish that work</a:t>
            </a:r>
            <a:endParaRPr/>
          </a:p>
          <a:p>
            <a:pPr marL="384048" lvl="1" indent="-284400" algn="l" rtl="0">
              <a:lnSpc>
                <a:spcPct val="100000"/>
              </a:lnSpc>
              <a:spcBef>
                <a:spcPts val="600"/>
              </a:spcBef>
              <a:spcAft>
                <a:spcPts val="0"/>
              </a:spcAft>
              <a:buClr>
                <a:srgbClr val="3F3F3F"/>
              </a:buClr>
              <a:buSzPts val="2800"/>
              <a:buFont typeface="Courier New"/>
              <a:buChar char="o"/>
            </a:pPr>
            <a:r>
              <a:rPr lang="en-IN" sz="2800" b="1"/>
              <a:t>Daily Standup: A 15-minute meeting held to evaluate progress made within the past 24 hours and what needs to be done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0"/>
          <p:cNvSpPr txBox="1">
            <a:spLocks noGrp="1"/>
          </p:cNvSpPr>
          <p:nvPr>
            <p:ph type="title"/>
          </p:nvPr>
        </p:nvSpPr>
        <p:spPr>
          <a:xfrm>
            <a:off x="609600" y="215372"/>
            <a:ext cx="10972800"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600"/>
              <a:buFont typeface="Times New Roman"/>
              <a:buNone/>
            </a:pPr>
            <a:r>
              <a:rPr lang="en-IN"/>
              <a:t>Scrum </a:t>
            </a:r>
            <a:r>
              <a:rPr lang="en-IN" sz="2000" b="0"/>
              <a:t>(3 of 3)</a:t>
            </a:r>
            <a:endParaRPr/>
          </a:p>
        </p:txBody>
      </p:sp>
      <p:sp>
        <p:nvSpPr>
          <p:cNvPr id="334" name="Google Shape;334;p30"/>
          <p:cNvSpPr txBox="1">
            <a:spLocks noGrp="1"/>
          </p:cNvSpPr>
          <p:nvPr>
            <p:ph type="body" idx="2"/>
          </p:nvPr>
        </p:nvSpPr>
        <p:spPr>
          <a:xfrm>
            <a:off x="832883" y="2061713"/>
            <a:ext cx="10086753" cy="4275291"/>
          </a:xfrm>
          <a:prstGeom prst="rect">
            <a:avLst/>
          </a:prstGeom>
          <a:noFill/>
          <a:ln>
            <a:noFill/>
          </a:ln>
        </p:spPr>
        <p:txBody>
          <a:bodyPr spcFirstLastPara="1" wrap="square" lIns="0" tIns="0" rIns="0" bIns="0" anchor="t" anchorCtr="0">
            <a:normAutofit fontScale="92500" lnSpcReduction="20000"/>
          </a:bodyPr>
          <a:lstStyle/>
          <a:p>
            <a:pPr marL="384048" lvl="1" indent="-284400" algn="l" rtl="0">
              <a:lnSpc>
                <a:spcPct val="100000"/>
              </a:lnSpc>
              <a:spcBef>
                <a:spcPts val="0"/>
              </a:spcBef>
              <a:spcAft>
                <a:spcPts val="0"/>
              </a:spcAft>
              <a:buClr>
                <a:srgbClr val="3F3F3F"/>
              </a:buClr>
              <a:buSzPct val="100000"/>
              <a:buChar char="◦"/>
            </a:pPr>
            <a:r>
              <a:rPr lang="en-IN" sz="2800" b="1"/>
              <a:t>At the end of the sprint, two additional meetings</a:t>
            </a:r>
            <a:endParaRPr/>
          </a:p>
          <a:p>
            <a:pPr marL="566928" lvl="2" indent="-230399" algn="l" rtl="0">
              <a:lnSpc>
                <a:spcPct val="100000"/>
              </a:lnSpc>
              <a:spcBef>
                <a:spcPts val="600"/>
              </a:spcBef>
              <a:spcAft>
                <a:spcPts val="0"/>
              </a:spcAft>
              <a:buClr>
                <a:srgbClr val="3F3F3F"/>
              </a:buClr>
              <a:buSzPct val="100000"/>
              <a:buChar char="◦"/>
            </a:pPr>
            <a:r>
              <a:rPr lang="en-IN" sz="2800" b="1"/>
              <a:t>The Sprint Review: (4 hours) focusing on the product, what has been accomplished, and what needs to be done</a:t>
            </a:r>
            <a:endParaRPr/>
          </a:p>
          <a:p>
            <a:pPr marL="566928" lvl="2" indent="-230399" algn="l" rtl="0">
              <a:lnSpc>
                <a:spcPct val="100000"/>
              </a:lnSpc>
              <a:spcBef>
                <a:spcPts val="600"/>
              </a:spcBef>
              <a:spcAft>
                <a:spcPts val="0"/>
              </a:spcAft>
              <a:buClr>
                <a:srgbClr val="3F3F3F"/>
              </a:buClr>
              <a:buSzPct val="100000"/>
              <a:buChar char="◦"/>
            </a:pPr>
            <a:r>
              <a:rPr lang="en-IN" sz="2800" b="1"/>
              <a:t>The Sprint Retrospective: (3 hours) focusing on team performance and how it can improve</a:t>
            </a:r>
            <a:endParaRPr/>
          </a:p>
          <a:p>
            <a:pPr marL="384048" lvl="1" indent="-284400" algn="l" rtl="0">
              <a:lnSpc>
                <a:spcPct val="100000"/>
              </a:lnSpc>
              <a:spcBef>
                <a:spcPts val="600"/>
              </a:spcBef>
              <a:spcAft>
                <a:spcPts val="0"/>
              </a:spcAft>
              <a:buClr>
                <a:srgbClr val="3F3F3F"/>
              </a:buClr>
              <a:buSzPct val="100000"/>
              <a:buChar char="◦"/>
            </a:pPr>
            <a:r>
              <a:rPr lang="en-IN" sz="2800" b="1"/>
              <a:t>Three primary artifacts in the Scrum process</a:t>
            </a:r>
            <a:endParaRPr/>
          </a:p>
          <a:p>
            <a:pPr marL="1144800" lvl="2" indent="-429768" algn="l" rtl="0">
              <a:lnSpc>
                <a:spcPct val="100000"/>
              </a:lnSpc>
              <a:spcBef>
                <a:spcPts val="600"/>
              </a:spcBef>
              <a:spcAft>
                <a:spcPts val="0"/>
              </a:spcAft>
              <a:buClr>
                <a:srgbClr val="3F3F3F"/>
              </a:buClr>
              <a:buSzPct val="100000"/>
              <a:buFont typeface="Geo"/>
              <a:buAutoNum type="arabicPeriod"/>
            </a:pPr>
            <a:r>
              <a:rPr lang="en-IN" sz="2800" b="1"/>
              <a:t>Product Backlog: Listing of potential requirements</a:t>
            </a:r>
            <a:endParaRPr/>
          </a:p>
          <a:p>
            <a:pPr marL="1144800" lvl="2" indent="-429768" algn="l" rtl="0">
              <a:lnSpc>
                <a:spcPct val="100000"/>
              </a:lnSpc>
              <a:spcBef>
                <a:spcPts val="600"/>
              </a:spcBef>
              <a:spcAft>
                <a:spcPts val="0"/>
              </a:spcAft>
              <a:buClr>
                <a:srgbClr val="3F3F3F"/>
              </a:buClr>
              <a:buSzPct val="100000"/>
              <a:buFont typeface="Geo"/>
              <a:buAutoNum type="arabicPeriod"/>
            </a:pPr>
            <a:r>
              <a:rPr lang="en-IN" sz="2800" b="1"/>
              <a:t>Sprint Backlog: Listing of only items to be addressed in a particular sprint</a:t>
            </a:r>
            <a:endParaRPr/>
          </a:p>
          <a:p>
            <a:pPr marL="1144800" lvl="2" indent="-429768" algn="l" rtl="0">
              <a:lnSpc>
                <a:spcPct val="100000"/>
              </a:lnSpc>
              <a:spcBef>
                <a:spcPts val="600"/>
              </a:spcBef>
              <a:spcAft>
                <a:spcPts val="0"/>
              </a:spcAft>
              <a:buClr>
                <a:srgbClr val="3F3F3F"/>
              </a:buClr>
              <a:buSzPct val="100000"/>
              <a:buFont typeface="Geo"/>
              <a:buAutoNum type="arabicPeriod"/>
            </a:pPr>
            <a:r>
              <a:rPr lang="en-IN" sz="2800" b="1"/>
              <a:t>Increment: Represents the sum of all the Product Backlog items completed during a sprint.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1"/>
          <p:cNvSpPr txBox="1">
            <a:spLocks noGrp="1"/>
          </p:cNvSpPr>
          <p:nvPr>
            <p:ph type="title"/>
          </p:nvPr>
        </p:nvSpPr>
        <p:spPr>
          <a:xfrm>
            <a:off x="1981201" y="215372"/>
            <a:ext cx="7798279"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400"/>
              <a:buFont typeface="Times New Roman"/>
              <a:buNone/>
            </a:pPr>
            <a:r>
              <a:rPr lang="en-IN" sz="3400"/>
              <a:t>Object-Oriented Analysis and Design (O</a:t>
            </a:r>
            <a:r>
              <a:rPr lang="en-IN" sz="100"/>
              <a:t> </a:t>
            </a:r>
            <a:r>
              <a:rPr lang="en-IN" sz="3400"/>
              <a:t>O</a:t>
            </a:r>
            <a:r>
              <a:rPr lang="en-IN" sz="100"/>
              <a:t> </a:t>
            </a:r>
            <a:r>
              <a:rPr lang="en-IN" sz="3400"/>
              <a:t>A</a:t>
            </a:r>
            <a:r>
              <a:rPr lang="en-IN" sz="100"/>
              <a:t> </a:t>
            </a:r>
            <a:r>
              <a:rPr lang="en-IN" sz="3400"/>
              <a:t>D)</a:t>
            </a:r>
            <a:endParaRPr sz="3400" b="0"/>
          </a:p>
        </p:txBody>
      </p:sp>
      <p:sp>
        <p:nvSpPr>
          <p:cNvPr id="340" name="Google Shape;340;p31"/>
          <p:cNvSpPr txBox="1">
            <a:spLocks noGrp="1"/>
          </p:cNvSpPr>
          <p:nvPr>
            <p:ph type="body" idx="2"/>
          </p:nvPr>
        </p:nvSpPr>
        <p:spPr>
          <a:xfrm>
            <a:off x="928577" y="2000124"/>
            <a:ext cx="10597116" cy="3922211"/>
          </a:xfrm>
          <a:prstGeom prst="rect">
            <a:avLst/>
          </a:prstGeom>
          <a:noFill/>
          <a:ln>
            <a:noFill/>
          </a:ln>
        </p:spPr>
        <p:txBody>
          <a:bodyPr spcFirstLastPara="1" wrap="square" lIns="0" tIns="0" rIns="0" bIns="0" anchor="t" anchorCtr="0">
            <a:normAutofit fontScale="92500" lnSpcReduction="20000"/>
          </a:bodyPr>
          <a:lstStyle/>
          <a:p>
            <a:pPr marL="91440" lvl="0" indent="-91440" algn="l" rtl="0">
              <a:lnSpc>
                <a:spcPct val="110000"/>
              </a:lnSpc>
              <a:spcBef>
                <a:spcPts val="0"/>
              </a:spcBef>
              <a:spcAft>
                <a:spcPts val="0"/>
              </a:spcAft>
              <a:buSzPct val="100000"/>
              <a:buFont typeface="Courier New"/>
              <a:buChar char="o"/>
            </a:pPr>
            <a:r>
              <a:rPr lang="en-IN" sz="2800" b="1"/>
              <a:t>Based on objects rather than data or processes</a:t>
            </a:r>
            <a:endParaRPr/>
          </a:p>
          <a:p>
            <a:pPr marL="91440" lvl="0" indent="-91440" algn="l" rtl="0">
              <a:lnSpc>
                <a:spcPct val="110000"/>
              </a:lnSpc>
              <a:spcBef>
                <a:spcPts val="1400"/>
              </a:spcBef>
              <a:spcAft>
                <a:spcPts val="0"/>
              </a:spcAft>
              <a:buSzPct val="100000"/>
              <a:buFont typeface="Courier New"/>
              <a:buChar char="o"/>
            </a:pPr>
            <a:r>
              <a:rPr lang="en-IN" sz="2800" b="1"/>
              <a:t>Combines data and processes (called methods) into single entities call objects</a:t>
            </a:r>
            <a:endParaRPr/>
          </a:p>
          <a:p>
            <a:pPr marL="91440" lvl="0" indent="-91440" algn="l" rtl="0">
              <a:lnSpc>
                <a:spcPct val="110000"/>
              </a:lnSpc>
              <a:spcBef>
                <a:spcPts val="1400"/>
              </a:spcBef>
              <a:spcAft>
                <a:spcPts val="0"/>
              </a:spcAft>
              <a:buSzPct val="100000"/>
              <a:buFont typeface="Courier New"/>
              <a:buChar char="o"/>
            </a:pPr>
            <a:r>
              <a:rPr lang="en-IN" sz="2800" b="1"/>
              <a:t>Object: A structure that encapsulates attributes and methods that operate on those attributes</a:t>
            </a:r>
            <a:endParaRPr/>
          </a:p>
          <a:p>
            <a:pPr marL="91440" lvl="0" indent="-91440" algn="l" rtl="0">
              <a:lnSpc>
                <a:spcPct val="110000"/>
              </a:lnSpc>
              <a:spcBef>
                <a:spcPts val="1400"/>
              </a:spcBef>
              <a:spcAft>
                <a:spcPts val="0"/>
              </a:spcAft>
              <a:buSzPct val="100000"/>
              <a:buFont typeface="Courier New"/>
              <a:buChar char="o"/>
            </a:pPr>
            <a:r>
              <a:rPr lang="en-IN" sz="2800" b="1"/>
              <a:t>Inheritance: Hierarchical arrangement of classes enabling subclasses to inherit properties of superclasses</a:t>
            </a:r>
            <a:endParaRPr sz="2800" b="1"/>
          </a:p>
          <a:p>
            <a:pPr marL="91440" lvl="0" indent="-91440" algn="l" rtl="0">
              <a:lnSpc>
                <a:spcPct val="110000"/>
              </a:lnSpc>
              <a:spcBef>
                <a:spcPts val="1400"/>
              </a:spcBef>
              <a:spcAft>
                <a:spcPts val="0"/>
              </a:spcAft>
              <a:buSzPct val="100000"/>
              <a:buFont typeface="Courier New"/>
              <a:buChar char="o"/>
            </a:pPr>
            <a:r>
              <a:rPr lang="en-IN" sz="2800" b="1"/>
              <a:t>Object Class: Logical grouping of objects that have the same attributes and behaviors</a:t>
            </a:r>
            <a:endParaRPr sz="2800" b="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2"/>
          <p:cNvSpPr txBox="1">
            <a:spLocks noGrp="1"/>
          </p:cNvSpPr>
          <p:nvPr>
            <p:ph type="title"/>
          </p:nvPr>
        </p:nvSpPr>
        <p:spPr>
          <a:xfrm>
            <a:off x="1981201" y="215372"/>
            <a:ext cx="7798279"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600"/>
              <a:buFont typeface="Times New Roman"/>
              <a:buNone/>
            </a:pPr>
            <a:r>
              <a:rPr lang="en-IN"/>
              <a:t>Relational Unified Process (R</a:t>
            </a:r>
            <a:r>
              <a:rPr lang="en-IN" sz="100"/>
              <a:t> </a:t>
            </a:r>
            <a:r>
              <a:rPr lang="en-IN"/>
              <a:t>U</a:t>
            </a:r>
            <a:r>
              <a:rPr lang="en-IN" sz="100"/>
              <a:t> </a:t>
            </a:r>
            <a:r>
              <a:rPr lang="en-IN"/>
              <a:t>P)</a:t>
            </a:r>
            <a:endParaRPr b="0"/>
          </a:p>
        </p:txBody>
      </p:sp>
      <p:sp>
        <p:nvSpPr>
          <p:cNvPr id="346" name="Google Shape;346;p32"/>
          <p:cNvSpPr txBox="1">
            <a:spLocks noGrp="1"/>
          </p:cNvSpPr>
          <p:nvPr>
            <p:ph type="body" idx="2"/>
          </p:nvPr>
        </p:nvSpPr>
        <p:spPr>
          <a:xfrm>
            <a:off x="1077431" y="2032022"/>
            <a:ext cx="10341935" cy="4028536"/>
          </a:xfrm>
          <a:prstGeom prst="rect">
            <a:avLst/>
          </a:prstGeom>
          <a:noFill/>
          <a:ln>
            <a:noFill/>
          </a:ln>
        </p:spPr>
        <p:txBody>
          <a:bodyPr spcFirstLastPara="1" wrap="square" lIns="0" tIns="0" rIns="0" bIns="0" anchor="t" anchorCtr="0">
            <a:normAutofit lnSpcReduction="10000"/>
          </a:bodyPr>
          <a:lstStyle/>
          <a:p>
            <a:pPr marL="91440" lvl="0" indent="-91440" algn="l" rtl="0">
              <a:lnSpc>
                <a:spcPct val="110000"/>
              </a:lnSpc>
              <a:spcBef>
                <a:spcPts val="0"/>
              </a:spcBef>
              <a:spcAft>
                <a:spcPts val="0"/>
              </a:spcAft>
              <a:buSzPts val="2800"/>
              <a:buFont typeface="Courier New"/>
              <a:buChar char="o"/>
            </a:pPr>
            <a:r>
              <a:rPr lang="en-IN" sz="2800" b="1"/>
              <a:t>Relational Unified Process (R</a:t>
            </a:r>
            <a:r>
              <a:rPr lang="en-IN" sz="400" b="1"/>
              <a:t> </a:t>
            </a:r>
            <a:r>
              <a:rPr lang="en-IN" sz="2800" b="1"/>
              <a:t>U</a:t>
            </a:r>
            <a:r>
              <a:rPr lang="en-IN" sz="400" b="1"/>
              <a:t> </a:t>
            </a:r>
            <a:r>
              <a:rPr lang="en-IN" sz="2800" b="1"/>
              <a:t>P) is an object-oriented systems development methodology</a:t>
            </a:r>
            <a:endParaRPr/>
          </a:p>
          <a:p>
            <a:pPr marL="91440" lvl="0" indent="-91440" algn="l" rtl="0">
              <a:lnSpc>
                <a:spcPct val="110000"/>
              </a:lnSpc>
              <a:spcBef>
                <a:spcPts val="1400"/>
              </a:spcBef>
              <a:spcAft>
                <a:spcPts val="0"/>
              </a:spcAft>
              <a:buSzPts val="2800"/>
              <a:buFont typeface="Courier New"/>
              <a:buChar char="o"/>
            </a:pPr>
            <a:r>
              <a:rPr lang="en-IN" sz="2800" b="1"/>
              <a:t>Based on an iterative, incremental approach to systems development</a:t>
            </a:r>
            <a:endParaRPr/>
          </a:p>
          <a:p>
            <a:pPr marL="91440" lvl="0" indent="-91440" algn="l" rtl="0">
              <a:lnSpc>
                <a:spcPct val="110000"/>
              </a:lnSpc>
              <a:spcBef>
                <a:spcPts val="1400"/>
              </a:spcBef>
              <a:spcAft>
                <a:spcPts val="0"/>
              </a:spcAft>
              <a:buSzPts val="2800"/>
              <a:buFont typeface="Courier New"/>
              <a:buChar char="o"/>
            </a:pPr>
            <a:r>
              <a:rPr lang="en-IN" sz="2800" b="1"/>
              <a:t>R</a:t>
            </a:r>
            <a:r>
              <a:rPr lang="en-IN" sz="400" b="1"/>
              <a:t> </a:t>
            </a:r>
            <a:r>
              <a:rPr lang="en-IN" sz="2800" b="1"/>
              <a:t>U</a:t>
            </a:r>
            <a:r>
              <a:rPr lang="en-IN" sz="400" b="1"/>
              <a:t> </a:t>
            </a:r>
            <a:r>
              <a:rPr lang="en-IN" sz="2800" b="1"/>
              <a:t>Ps four phases (each can be further divided)</a:t>
            </a:r>
            <a:endParaRPr/>
          </a:p>
          <a:p>
            <a:pPr marL="384048" lvl="1" indent="-284400" algn="l" rtl="0">
              <a:lnSpc>
                <a:spcPct val="100000"/>
              </a:lnSpc>
              <a:spcBef>
                <a:spcPts val="400"/>
              </a:spcBef>
              <a:spcAft>
                <a:spcPts val="0"/>
              </a:spcAft>
              <a:buClr>
                <a:srgbClr val="3F3F3F"/>
              </a:buClr>
              <a:buSzPts val="2800"/>
              <a:buFont typeface="Courier New"/>
              <a:buChar char="o"/>
            </a:pPr>
            <a:r>
              <a:rPr lang="en-IN" sz="2800" b="1"/>
              <a:t>Inception</a:t>
            </a:r>
            <a:endParaRPr/>
          </a:p>
          <a:p>
            <a:pPr marL="384048" lvl="1" indent="-284400" algn="l" rtl="0">
              <a:lnSpc>
                <a:spcPct val="100000"/>
              </a:lnSpc>
              <a:spcBef>
                <a:spcPts val="600"/>
              </a:spcBef>
              <a:spcAft>
                <a:spcPts val="0"/>
              </a:spcAft>
              <a:buClr>
                <a:srgbClr val="3F3F3F"/>
              </a:buClr>
              <a:buSzPts val="2800"/>
              <a:buFont typeface="Courier New"/>
              <a:buChar char="o"/>
            </a:pPr>
            <a:r>
              <a:rPr lang="en-IN" sz="2800" b="1"/>
              <a:t>Elaboration</a:t>
            </a:r>
            <a:endParaRPr/>
          </a:p>
          <a:p>
            <a:pPr marL="384048" lvl="1" indent="-284400" algn="l" rtl="0">
              <a:lnSpc>
                <a:spcPct val="100000"/>
              </a:lnSpc>
              <a:spcBef>
                <a:spcPts val="600"/>
              </a:spcBef>
              <a:spcAft>
                <a:spcPts val="0"/>
              </a:spcAft>
              <a:buClr>
                <a:srgbClr val="3F3F3F"/>
              </a:buClr>
              <a:buSzPts val="2800"/>
              <a:buFont typeface="Courier New"/>
              <a:buChar char="o"/>
            </a:pPr>
            <a:r>
              <a:rPr lang="en-IN" sz="2800" b="1"/>
              <a:t>Construction</a:t>
            </a:r>
            <a:endParaRPr/>
          </a:p>
          <a:p>
            <a:pPr marL="384048" lvl="1" indent="-284400" algn="l" rtl="0">
              <a:lnSpc>
                <a:spcPct val="100000"/>
              </a:lnSpc>
              <a:spcBef>
                <a:spcPts val="600"/>
              </a:spcBef>
              <a:spcAft>
                <a:spcPts val="0"/>
              </a:spcAft>
              <a:buClr>
                <a:srgbClr val="3F3F3F"/>
              </a:buClr>
              <a:buSzPts val="2800"/>
              <a:buFont typeface="Courier New"/>
              <a:buChar char="o"/>
            </a:pPr>
            <a:r>
              <a:rPr lang="en-IN" sz="2800" b="1"/>
              <a:t>Transition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3"/>
          <p:cNvSpPr txBox="1">
            <a:spLocks noGrp="1"/>
          </p:cNvSpPr>
          <p:nvPr>
            <p:ph type="title"/>
          </p:nvPr>
        </p:nvSpPr>
        <p:spPr>
          <a:xfrm>
            <a:off x="609600" y="215372"/>
            <a:ext cx="10972800" cy="1097279"/>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rgbClr val="007FA3"/>
              </a:buClr>
              <a:buSzPts val="3400"/>
              <a:buFont typeface="Times New Roman"/>
              <a:buNone/>
            </a:pPr>
            <a:r>
              <a:rPr lang="en-IN" sz="3400"/>
              <a:t>Figure 1-9: Phases of O</a:t>
            </a:r>
            <a:r>
              <a:rPr lang="en-IN" sz="100"/>
              <a:t> </a:t>
            </a:r>
            <a:r>
              <a:rPr lang="en-IN" sz="3400"/>
              <a:t>O</a:t>
            </a:r>
            <a:r>
              <a:rPr lang="en-IN" sz="100"/>
              <a:t> </a:t>
            </a:r>
            <a:r>
              <a:rPr lang="en-IN" sz="3400"/>
              <a:t>A</a:t>
            </a:r>
            <a:r>
              <a:rPr lang="en-IN" sz="100"/>
              <a:t> </a:t>
            </a:r>
            <a:r>
              <a:rPr lang="en-IN" sz="3400"/>
              <a:t>D-Based Development</a:t>
            </a:r>
            <a:endParaRPr/>
          </a:p>
        </p:txBody>
      </p:sp>
      <p:pic>
        <p:nvPicPr>
          <p:cNvPr id="352" name="Google Shape;352;p33" descr="The four phases of O O A D based development diagram is superimposed on Resource Time graph. The horizontal axis represents time and the vertical axis represents resource. The four stages shown in chronological order are as follows. Inception, elaboration, construction, and transition. During the inception phase fewest resources are used. In elaboration phase there are slightly more resources used than the inception phase. In construction phase the amount of resources is approximately doubled compared to the inception phase. In transition phase there are fewer resources used than in construction phase, but more resources used than in elaboration phase. The elaboration phase is approximately twice as long as the inception phase. Construction phase is approximately twice as long as elaboration phase. The transition phase is slightly shorter than inception phase."/>
          <p:cNvPicPr preferRelativeResize="0"/>
          <p:nvPr/>
        </p:nvPicPr>
        <p:blipFill rotWithShape="1">
          <a:blip r:embed="rId3">
            <a:alphaModFix/>
          </a:blip>
          <a:srcRect b="2575"/>
          <a:stretch/>
        </p:blipFill>
        <p:spPr>
          <a:xfrm>
            <a:off x="3478640" y="2030203"/>
            <a:ext cx="5096698" cy="380125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pic>
        <p:nvPicPr>
          <p:cNvPr id="357" name="Google Shape;357;p34" descr="9: Systems engineering roles identified by Sheard [137] | Download  Scientific Diagram"/>
          <p:cNvPicPr preferRelativeResize="0"/>
          <p:nvPr/>
        </p:nvPicPr>
        <p:blipFill rotWithShape="1">
          <a:blip r:embed="rId3">
            <a:alphaModFix/>
          </a:blip>
          <a:srcRect/>
          <a:stretch/>
        </p:blipFill>
        <p:spPr>
          <a:xfrm>
            <a:off x="3100389" y="2420938"/>
            <a:ext cx="5991225" cy="4095750"/>
          </a:xfrm>
          <a:prstGeom prst="rect">
            <a:avLst/>
          </a:prstGeom>
          <a:noFill/>
          <a:ln>
            <a:noFill/>
          </a:ln>
        </p:spPr>
      </p:pic>
      <p:sp>
        <p:nvSpPr>
          <p:cNvPr id="358" name="Google Shape;358;p34"/>
          <p:cNvSpPr txBox="1">
            <a:spLocks noGrp="1"/>
          </p:cNvSpPr>
          <p:nvPr>
            <p:ph type="title"/>
          </p:nvPr>
        </p:nvSpPr>
        <p:spPr>
          <a:xfrm>
            <a:off x="1981200" y="215901"/>
            <a:ext cx="8229600" cy="1096963"/>
          </a:xfrm>
          <a:prstGeom prst="rect">
            <a:avLst/>
          </a:prstGeom>
          <a:noFill/>
          <a:ln>
            <a:noFill/>
          </a:ln>
        </p:spPr>
        <p:txBody>
          <a:bodyPr spcFirstLastPara="1" wrap="square" lIns="0" tIns="0" rIns="0" bIns="0" anchor="b" anchorCtr="0">
            <a:normAutofit/>
          </a:bodyPr>
          <a:lstStyle/>
          <a:p>
            <a:pPr marL="0" lvl="0" indent="0" algn="ctr" rtl="0">
              <a:lnSpc>
                <a:spcPct val="100000"/>
              </a:lnSpc>
              <a:spcBef>
                <a:spcPts val="0"/>
              </a:spcBef>
              <a:spcAft>
                <a:spcPts val="0"/>
              </a:spcAft>
              <a:buSzPts val="3400"/>
              <a:buFont typeface="Times New Roman"/>
              <a:buNone/>
            </a:pPr>
            <a:r>
              <a:rPr lang="en-IN" sz="3400"/>
              <a:t>Roles of an Information System Engineer</a:t>
            </a:r>
            <a:endParaRPr/>
          </a:p>
        </p:txBody>
      </p:sp>
      <p:sp>
        <p:nvSpPr>
          <p:cNvPr id="359" name="Google Shape;359;p34"/>
          <p:cNvSpPr txBox="1"/>
          <p:nvPr/>
        </p:nvSpPr>
        <p:spPr>
          <a:xfrm>
            <a:off x="2279650" y="1557338"/>
            <a:ext cx="5761038"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dk1"/>
                </a:solidFill>
                <a:latin typeface="Arial"/>
                <a:ea typeface="Arial"/>
                <a:cs typeface="Arial"/>
                <a:sym typeface="Arial"/>
              </a:rPr>
              <a:t>….not a job title, but a role that people play:</a:t>
            </a:r>
            <a:endParaRPr sz="1800">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5"/>
          <p:cNvSpPr txBox="1"/>
          <p:nvPr/>
        </p:nvSpPr>
        <p:spPr>
          <a:xfrm>
            <a:off x="1855470" y="2041208"/>
            <a:ext cx="8229600" cy="2303462"/>
          </a:xfrm>
          <a:prstGeom prst="rect">
            <a:avLst/>
          </a:prstGeom>
          <a:noFill/>
          <a:ln>
            <a:noFill/>
          </a:ln>
        </p:spPr>
        <p:txBody>
          <a:bodyPr spcFirstLastPara="1" wrap="square" lIns="91425" tIns="45700" rIns="91425" bIns="45700" anchor="t" anchorCtr="0">
            <a:noAutofit/>
          </a:bodyPr>
          <a:lstStyle/>
          <a:p>
            <a:pPr marL="457200" marR="0" lvl="0" indent="-457200" algn="l" rtl="0">
              <a:spcBef>
                <a:spcPts val="0"/>
              </a:spcBef>
              <a:spcAft>
                <a:spcPts val="0"/>
              </a:spcAft>
              <a:buClr>
                <a:schemeClr val="dk1"/>
              </a:buClr>
              <a:buSzPts val="2400"/>
              <a:buFont typeface="Noto Sans Symbols"/>
              <a:buChar char="▪"/>
            </a:pPr>
            <a:r>
              <a:rPr lang="en-IN" sz="2400">
                <a:solidFill>
                  <a:schemeClr val="dk1"/>
                </a:solidFill>
                <a:latin typeface="Arial"/>
                <a:ea typeface="Arial"/>
                <a:cs typeface="Arial"/>
                <a:sym typeface="Arial"/>
              </a:rPr>
              <a:t>Define Information Systems Engineering</a:t>
            </a:r>
            <a:endParaRPr/>
          </a:p>
          <a:p>
            <a:pPr marL="457200" marR="0" lvl="0" indent="-457200" algn="l" rtl="0">
              <a:spcBef>
                <a:spcPts val="480"/>
              </a:spcBef>
              <a:spcAft>
                <a:spcPts val="0"/>
              </a:spcAft>
              <a:buClr>
                <a:schemeClr val="dk1"/>
              </a:buClr>
              <a:buSzPts val="2400"/>
              <a:buFont typeface="Noto Sans Symbols"/>
              <a:buChar char="▪"/>
            </a:pPr>
            <a:r>
              <a:rPr lang="en-IN" sz="2400">
                <a:solidFill>
                  <a:schemeClr val="dk1"/>
                </a:solidFill>
                <a:latin typeface="Arial"/>
                <a:ea typeface="Arial"/>
                <a:cs typeface="Arial"/>
                <a:sym typeface="Arial"/>
              </a:rPr>
              <a:t>Describe the information systems development life cycle (SDLC)</a:t>
            </a:r>
            <a:endParaRPr/>
          </a:p>
          <a:p>
            <a:pPr marL="457200" marR="0" lvl="0" indent="-457200" algn="l" rtl="0">
              <a:spcBef>
                <a:spcPts val="480"/>
              </a:spcBef>
              <a:spcAft>
                <a:spcPts val="0"/>
              </a:spcAft>
              <a:buClr>
                <a:schemeClr val="dk1"/>
              </a:buClr>
              <a:buSzPts val="2400"/>
              <a:buFont typeface="Noto Sans Symbols"/>
              <a:buChar char="▪"/>
            </a:pPr>
            <a:r>
              <a:rPr lang="en-IN" sz="2400">
                <a:solidFill>
                  <a:schemeClr val="dk1"/>
                </a:solidFill>
                <a:latin typeface="Arial"/>
                <a:ea typeface="Arial"/>
                <a:cs typeface="Arial"/>
                <a:sym typeface="Arial"/>
              </a:rPr>
              <a:t>Describe the agile methodologies, eXtreme Programming, Scrum and RUP</a:t>
            </a:r>
            <a:endParaRPr/>
          </a:p>
          <a:p>
            <a:pPr marL="457200" marR="0" lvl="0" indent="-457200" algn="l" rtl="0">
              <a:spcBef>
                <a:spcPts val="480"/>
              </a:spcBef>
              <a:spcAft>
                <a:spcPts val="0"/>
              </a:spcAft>
              <a:buClr>
                <a:schemeClr val="dk1"/>
              </a:buClr>
              <a:buSzPts val="2400"/>
              <a:buFont typeface="Noto Sans Symbols"/>
              <a:buChar char="▪"/>
            </a:pPr>
            <a:r>
              <a:rPr lang="en-IN" sz="2400">
                <a:solidFill>
                  <a:schemeClr val="dk1"/>
                </a:solidFill>
                <a:latin typeface="Arial"/>
                <a:ea typeface="Arial"/>
                <a:cs typeface="Arial"/>
                <a:sym typeface="Arial"/>
              </a:rPr>
              <a:t>Describe the roles of an information system engineer</a:t>
            </a:r>
            <a:endParaRPr sz="2400">
              <a:solidFill>
                <a:schemeClr val="dk1"/>
              </a:solidFill>
              <a:latin typeface="Arial"/>
              <a:ea typeface="Arial"/>
              <a:cs typeface="Arial"/>
              <a:sym typeface="Arial"/>
            </a:endParaRPr>
          </a:p>
        </p:txBody>
      </p:sp>
      <p:sp>
        <p:nvSpPr>
          <p:cNvPr id="365" name="Google Shape;365;p35"/>
          <p:cNvSpPr txBox="1"/>
          <p:nvPr/>
        </p:nvSpPr>
        <p:spPr>
          <a:xfrm>
            <a:off x="1981200" y="604522"/>
            <a:ext cx="8229600" cy="1097279"/>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IN" sz="3600" b="1" i="0" u="none" strike="noStrike" cap="none">
                <a:solidFill>
                  <a:srgbClr val="007FA3"/>
                </a:solidFill>
                <a:latin typeface="Geo"/>
                <a:ea typeface="Geo"/>
                <a:cs typeface="Geo"/>
                <a:sym typeface="Geo"/>
              </a:rPr>
              <a:t>Summary</a:t>
            </a:r>
            <a:endParaRPr sz="3600" b="1" i="0" u="none" strike="noStrike" cap="none">
              <a:solidFill>
                <a:srgbClr val="007FA3"/>
              </a:solidFill>
              <a:latin typeface="Geo"/>
              <a:ea typeface="Geo"/>
              <a:cs typeface="Geo"/>
              <a:sym typeface="Geo"/>
            </a:endParaRPr>
          </a:p>
        </p:txBody>
      </p:sp>
    </p:spTree>
  </p:cSld>
  <p:clrMapOvr>
    <a:masterClrMapping/>
  </p:clrMapOvr>
</p:sld>
</file>

<file path=ppt/theme/theme1.xml><?xml version="1.0" encoding="utf-8"?>
<a:theme xmlns:a="http://schemas.openxmlformats.org/drawingml/2006/main" name="RetrospectVTI">
  <a:themeElements>
    <a:clrScheme name="Custom 40">
      <a:dk1>
        <a:srgbClr val="000000"/>
      </a:dk1>
      <a:lt1>
        <a:srgbClr val="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BA1030BB8DA842A1A6EF47C837AC3C" ma:contentTypeVersion="3" ma:contentTypeDescription="Create a new document." ma:contentTypeScope="" ma:versionID="79f43c9b2765b59ecbb9ea6e38107db2">
  <xsd:schema xmlns:xsd="http://www.w3.org/2001/XMLSchema" xmlns:xs="http://www.w3.org/2001/XMLSchema" xmlns:p="http://schemas.microsoft.com/office/2006/metadata/properties" xmlns:ns2="b7c65582-7211-4a32-bcd8-a5eda553f8d9" targetNamespace="http://schemas.microsoft.com/office/2006/metadata/properties" ma:root="true" ma:fieldsID="b0f4179d87694b6bf5c570e4a3686a38" ns2:_="">
    <xsd:import namespace="b7c65582-7211-4a32-bcd8-a5eda553f8d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c65582-7211-4a32-bcd8-a5eda553f8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EC63E1-5600-44E2-B424-BE28EE7094C7}"/>
</file>

<file path=customXml/itemProps2.xml><?xml version="1.0" encoding="utf-8"?>
<ds:datastoreItem xmlns:ds="http://schemas.openxmlformats.org/officeDocument/2006/customXml" ds:itemID="{E152F249-8302-4908-ABE5-747B612F6927}">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E2361CF-B0CF-4D61-9178-B2181C277C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35</Slides>
  <Notes>35</Notes>
  <HiddenSlides>0</HiddenSlides>
  <ScaleCrop>false</ScaleCrop>
  <HeadingPairs>
    <vt:vector size="4" baseType="variant">
      <vt:variant>
        <vt:lpstr>Theme</vt:lpstr>
      </vt:variant>
      <vt:variant>
        <vt:i4>2</vt:i4>
      </vt:variant>
      <vt:variant>
        <vt:lpstr>Slide Titles</vt:lpstr>
      </vt:variant>
      <vt:variant>
        <vt:i4>35</vt:i4>
      </vt:variant>
    </vt:vector>
  </HeadingPairs>
  <TitlesOfParts>
    <vt:vector size="37" baseType="lpstr">
      <vt:lpstr>RetrospectVTI</vt:lpstr>
      <vt:lpstr>RetrospectVTI</vt:lpstr>
      <vt:lpstr>ISP550 INFORMATION SYSTEMS ENGINEERING</vt:lpstr>
      <vt:lpstr>Learning Objectives</vt:lpstr>
      <vt:lpstr>PowerPoint Presentation</vt:lpstr>
      <vt:lpstr>PowerPoint Presentation</vt:lpstr>
      <vt:lpstr>PowerPoint Presentation</vt:lpstr>
      <vt:lpstr>TERM INFORMATION SYSTEMS ENGINEERING</vt:lpstr>
      <vt:lpstr>TERM INFORMATION SYSTEMS ENGINEERING</vt:lpstr>
      <vt:lpstr>Developing Information Systems and the Systems Development Life Cycle</vt:lpstr>
      <vt:lpstr>Figure 3: Systems Development Life Cycle</vt:lpstr>
      <vt:lpstr>Phases of the S D L C (1 of 3)</vt:lpstr>
      <vt:lpstr>Phases of the S D L C (2 of 3)</vt:lpstr>
      <vt:lpstr>Phases of the S D L C (3 of 3)</vt:lpstr>
      <vt:lpstr>Products of SDLC Phases</vt:lpstr>
      <vt:lpstr>Heart of Systems Development</vt:lpstr>
      <vt:lpstr>The System Development Life Cycle (SDLC)</vt:lpstr>
      <vt:lpstr>The S D L C Traditional Waterfall Problems</vt:lpstr>
      <vt:lpstr>Agile Methodologies</vt:lpstr>
      <vt:lpstr>Table 1-2: The Agile Manifesto (1 of 3)</vt:lpstr>
      <vt:lpstr>Table 1-2: The Agile Manifesto (2 of 3)</vt:lpstr>
      <vt:lpstr>Table 1-2: The Agile Manifesto (3 of 3)</vt:lpstr>
      <vt:lpstr>Agile Methodologies—Not for Every Project</vt:lpstr>
      <vt:lpstr>Table 1-3: Five Critical Factors that Distinguish Agile and Traditional Approaches to System Development</vt:lpstr>
      <vt:lpstr>Agile in Practice</vt:lpstr>
      <vt:lpstr>Figure 8: eXtreme Programming</vt:lpstr>
      <vt:lpstr>eXtreme Programming (1 of 2)</vt:lpstr>
      <vt:lpstr>eXtreme Programming (2 of 2)</vt:lpstr>
      <vt:lpstr>Figure 9: Scrum</vt:lpstr>
      <vt:lpstr>Scrum (1 of 3)</vt:lpstr>
      <vt:lpstr>Scrum (2 of 3)</vt:lpstr>
      <vt:lpstr>Scrum (3 of 3)</vt:lpstr>
      <vt:lpstr>Object-Oriented Analysis and Design (O O A D)</vt:lpstr>
      <vt:lpstr>Relational Unified Process (R U P)</vt:lpstr>
      <vt:lpstr>Figure 1-9: Phases of O O A D-Based Development</vt:lpstr>
      <vt:lpstr>Roles of an Information System Engineer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SURIYATI BINTI RAZALI (DR)</dc:creator>
  <cp:revision>1</cp:revision>
  <dcterms:created xsi:type="dcterms:W3CDTF">2023-10-03T04:03:16Z</dcterms:created>
  <dcterms:modified xsi:type="dcterms:W3CDTF">2026-04-09T00:10:47Z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0x01010020BA1030BB8DA842A1A6EF47C837AC3C</vt:lpwstr>
  </property>
</Properties>
</file>